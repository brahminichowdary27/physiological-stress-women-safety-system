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0275213" cy="42803763"/>
  <p:notesSz cx="14224000" cy="201041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132" userDrawn="1">
          <p15:clr>
            <a:srgbClr val="000000"/>
          </p15:clr>
        </p15:guide>
        <p15:guide id="2" pos="4597" userDrawn="1">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iBk2+k1Kk1bCgKGrN+thN5MwTe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40FEA4-FEEB-41EA-9E6C-E9312803337B}" v="18" dt="2026-02-12T08:06:08.4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4660"/>
  </p:normalViewPr>
  <p:slideViewPr>
    <p:cSldViewPr snapToGrid="0">
      <p:cViewPr>
        <p:scale>
          <a:sx n="21" d="100"/>
          <a:sy n="21" d="100"/>
        </p:scale>
        <p:origin x="2532" y="100"/>
      </p:cViewPr>
      <p:guideLst>
        <p:guide orient="horz" pos="6132"/>
        <p:guide pos="459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hmini chowdary" userId="7f5102ef87cb83b6" providerId="LiveId" clId="{F2C5BFC5-19F3-481A-8DCF-498390EC9715}"/>
    <pc:docChg chg="undo custSel modSld">
      <pc:chgData name="brahmini chowdary" userId="7f5102ef87cb83b6" providerId="LiveId" clId="{F2C5BFC5-19F3-481A-8DCF-498390EC9715}" dt="2026-02-12T08:08:54.873" v="457" actId="20577"/>
      <pc:docMkLst>
        <pc:docMk/>
      </pc:docMkLst>
      <pc:sldChg chg="addSp delSp modSp mod">
        <pc:chgData name="brahmini chowdary" userId="7f5102ef87cb83b6" providerId="LiveId" clId="{F2C5BFC5-19F3-481A-8DCF-498390EC9715}" dt="2026-02-12T08:08:54.873" v="457" actId="20577"/>
        <pc:sldMkLst>
          <pc:docMk/>
          <pc:sldMk cId="0" sldId="256"/>
        </pc:sldMkLst>
        <pc:spChg chg="add">
          <ac:chgData name="brahmini chowdary" userId="7f5102ef87cb83b6" providerId="LiveId" clId="{F2C5BFC5-19F3-481A-8DCF-498390EC9715}" dt="2026-02-12T07:05:23.517" v="388"/>
          <ac:spMkLst>
            <pc:docMk/>
            <pc:sldMk cId="0" sldId="256"/>
            <ac:spMk id="2" creationId="{B9ED2983-F2C3-E6CA-8C0D-14E419CFEE7A}"/>
          </ac:spMkLst>
        </pc:spChg>
        <pc:spChg chg="add del mod">
          <ac:chgData name="brahmini chowdary" userId="7f5102ef87cb83b6" providerId="LiveId" clId="{F2C5BFC5-19F3-481A-8DCF-498390EC9715}" dt="2026-02-12T08:00:38.755" v="429" actId="1076"/>
          <ac:spMkLst>
            <pc:docMk/>
            <pc:sldMk cId="0" sldId="256"/>
            <ac:spMk id="4" creationId="{CFE5482A-4458-DA33-EF95-0178392EE3C6}"/>
          </ac:spMkLst>
        </pc:spChg>
        <pc:spChg chg="add del mod">
          <ac:chgData name="brahmini chowdary" userId="7f5102ef87cb83b6" providerId="LiveId" clId="{F2C5BFC5-19F3-481A-8DCF-498390EC9715}" dt="2026-02-12T07:07:21.705" v="405" actId="767"/>
          <ac:spMkLst>
            <pc:docMk/>
            <pc:sldMk cId="0" sldId="256"/>
            <ac:spMk id="8" creationId="{D65B33F2-270B-7240-94A7-16B8B4FFFDC3}"/>
          </ac:spMkLst>
        </pc:spChg>
        <pc:spChg chg="add del mod">
          <ac:chgData name="brahmini chowdary" userId="7f5102ef87cb83b6" providerId="LiveId" clId="{F2C5BFC5-19F3-481A-8DCF-498390EC9715}" dt="2026-02-12T07:07:20.258" v="403" actId="767"/>
          <ac:spMkLst>
            <pc:docMk/>
            <pc:sldMk cId="0" sldId="256"/>
            <ac:spMk id="9" creationId="{86F98807-EFF1-6BEB-7988-F71B8EF44560}"/>
          </ac:spMkLst>
        </pc:spChg>
        <pc:spChg chg="add del">
          <ac:chgData name="brahmini chowdary" userId="7f5102ef87cb83b6" providerId="LiveId" clId="{F2C5BFC5-19F3-481A-8DCF-498390EC9715}" dt="2026-02-12T07:07:18.450" v="401" actId="22"/>
          <ac:spMkLst>
            <pc:docMk/>
            <pc:sldMk cId="0" sldId="256"/>
            <ac:spMk id="15" creationId="{584FD963-2C8C-DCE0-DFAF-78E79F8F20DC}"/>
          </ac:spMkLst>
        </pc:spChg>
        <pc:spChg chg="add">
          <ac:chgData name="brahmini chowdary" userId="7f5102ef87cb83b6" providerId="LiveId" clId="{F2C5BFC5-19F3-481A-8DCF-498390EC9715}" dt="2026-02-12T07:15:18.741" v="421"/>
          <ac:spMkLst>
            <pc:docMk/>
            <pc:sldMk cId="0" sldId="256"/>
            <ac:spMk id="18" creationId="{F08D2F50-17A4-DC2D-2D1B-D8BA491031E8}"/>
          </ac:spMkLst>
        </pc:spChg>
        <pc:spChg chg="mod">
          <ac:chgData name="brahmini chowdary" userId="7f5102ef87cb83b6" providerId="LiveId" clId="{F2C5BFC5-19F3-481A-8DCF-498390EC9715}" dt="2026-02-12T07:01:07.166" v="343" actId="313"/>
          <ac:spMkLst>
            <pc:docMk/>
            <pc:sldMk cId="0" sldId="256"/>
            <ac:spMk id="59" creationId="{00000000-0000-0000-0000-000000000000}"/>
          </ac:spMkLst>
        </pc:spChg>
        <pc:spChg chg="mod">
          <ac:chgData name="brahmini chowdary" userId="7f5102ef87cb83b6" providerId="LiveId" clId="{F2C5BFC5-19F3-481A-8DCF-498390EC9715}" dt="2026-02-10T08:14:05.063" v="3" actId="20577"/>
          <ac:spMkLst>
            <pc:docMk/>
            <pc:sldMk cId="0" sldId="256"/>
            <ac:spMk id="60" creationId="{00000000-0000-0000-0000-000000000000}"/>
          </ac:spMkLst>
        </pc:spChg>
        <pc:spChg chg="mod">
          <ac:chgData name="brahmini chowdary" userId="7f5102ef87cb83b6" providerId="LiveId" clId="{F2C5BFC5-19F3-481A-8DCF-498390EC9715}" dt="2026-02-10T08:30:24.971" v="46" actId="123"/>
          <ac:spMkLst>
            <pc:docMk/>
            <pc:sldMk cId="0" sldId="256"/>
            <ac:spMk id="61" creationId="{00000000-0000-0000-0000-000000000000}"/>
          </ac:spMkLst>
        </pc:spChg>
        <pc:spChg chg="mod">
          <ac:chgData name="brahmini chowdary" userId="7f5102ef87cb83b6" providerId="LiveId" clId="{F2C5BFC5-19F3-481A-8DCF-498390EC9715}" dt="2026-02-12T07:17:06.506" v="428"/>
          <ac:spMkLst>
            <pc:docMk/>
            <pc:sldMk cId="0" sldId="256"/>
            <ac:spMk id="67" creationId="{00000000-0000-0000-0000-000000000000}"/>
          </ac:spMkLst>
        </pc:spChg>
        <pc:spChg chg="mod">
          <ac:chgData name="brahmini chowdary" userId="7f5102ef87cb83b6" providerId="LiveId" clId="{F2C5BFC5-19F3-481A-8DCF-498390EC9715}" dt="2026-02-11T07:17:48.663" v="50" actId="1076"/>
          <ac:spMkLst>
            <pc:docMk/>
            <pc:sldMk cId="0" sldId="256"/>
            <ac:spMk id="70" creationId="{00000000-0000-0000-0000-000000000000}"/>
          </ac:spMkLst>
        </pc:spChg>
        <pc:spChg chg="mod">
          <ac:chgData name="brahmini chowdary" userId="7f5102ef87cb83b6" providerId="LiveId" clId="{F2C5BFC5-19F3-481A-8DCF-498390EC9715}" dt="2026-02-12T08:08:54.873" v="457" actId="20577"/>
          <ac:spMkLst>
            <pc:docMk/>
            <pc:sldMk cId="0" sldId="256"/>
            <ac:spMk id="80" creationId="{00000000-0000-0000-0000-000000000000}"/>
          </ac:spMkLst>
        </pc:spChg>
        <pc:picChg chg="del">
          <ac:chgData name="brahmini chowdary" userId="7f5102ef87cb83b6" providerId="LiveId" clId="{F2C5BFC5-19F3-481A-8DCF-498390EC9715}" dt="2026-02-12T07:05:03.974" v="344" actId="21"/>
          <ac:picMkLst>
            <pc:docMk/>
            <pc:sldMk cId="0" sldId="256"/>
            <ac:picMk id="3" creationId="{2D454569-ED20-084A-B08E-99DB3F4EEEAE}"/>
          </ac:picMkLst>
        </pc:picChg>
        <pc:picChg chg="add mod">
          <ac:chgData name="brahmini chowdary" userId="7f5102ef87cb83b6" providerId="LiveId" clId="{F2C5BFC5-19F3-481A-8DCF-498390EC9715}" dt="2026-02-12T07:10:04.749" v="420" actId="14100"/>
          <ac:picMkLst>
            <pc:docMk/>
            <pc:sldMk cId="0" sldId="256"/>
            <ac:picMk id="7" creationId="{23F449B8-7E9F-EB22-5C91-0B0C1E8FB493}"/>
          </ac:picMkLst>
        </pc:picChg>
        <pc:picChg chg="del">
          <ac:chgData name="brahmini chowdary" userId="7f5102ef87cb83b6" providerId="LiveId" clId="{F2C5BFC5-19F3-481A-8DCF-498390EC9715}" dt="2026-02-11T12:34:56.421" v="51" actId="21"/>
          <ac:picMkLst>
            <pc:docMk/>
            <pc:sldMk cId="0" sldId="256"/>
            <ac:picMk id="9" creationId="{52B3E16F-2079-4252-8D2E-7F2A1331E555}"/>
          </ac:picMkLst>
        </pc:picChg>
        <pc:picChg chg="add mod">
          <ac:chgData name="brahmini chowdary" userId="7f5102ef87cb83b6" providerId="LiveId" clId="{F2C5BFC5-19F3-481A-8DCF-498390EC9715}" dt="2026-02-12T08:01:38.181" v="441" actId="14100"/>
          <ac:picMkLst>
            <pc:docMk/>
            <pc:sldMk cId="0" sldId="256"/>
            <ac:picMk id="20" creationId="{184CB50D-466C-4544-ECBF-57129F5DFFDE}"/>
          </ac:picMkLst>
        </pc:picChg>
        <pc:inkChg chg="add del">
          <ac:chgData name="brahmini chowdary" userId="7f5102ef87cb83b6" providerId="LiveId" clId="{F2C5BFC5-19F3-481A-8DCF-498390EC9715}" dt="2026-02-11T12:35:57.641" v="58" actId="9405"/>
          <ac:inkMkLst>
            <pc:docMk/>
            <pc:sldMk cId="0" sldId="256"/>
            <ac:inkMk id="8" creationId="{193A9715-8C20-F999-AA91-E248986FBC17}"/>
          </ac:inkMkLst>
        </pc:inkChg>
        <pc:inkChg chg="add">
          <ac:chgData name="brahmini chowdary" userId="7f5102ef87cb83b6" providerId="LiveId" clId="{F2C5BFC5-19F3-481A-8DCF-498390EC9715}" dt="2026-02-11T12:36:19.494" v="59" actId="9405"/>
          <ac:inkMkLst>
            <pc:docMk/>
            <pc:sldMk cId="0" sldId="256"/>
            <ac:inkMk id="12" creationId="{BC3F0214-FF68-60F3-55C8-9C6DEEB50834}"/>
          </ac:inkMkLst>
        </pc:inkChg>
        <pc:inkChg chg="add del">
          <ac:chgData name="brahmini chowdary" userId="7f5102ef87cb83b6" providerId="LiveId" clId="{F2C5BFC5-19F3-481A-8DCF-498390EC9715}" dt="2026-02-11T12:36:39.219" v="61" actId="9405"/>
          <ac:inkMkLst>
            <pc:docMk/>
            <pc:sldMk cId="0" sldId="256"/>
            <ac:inkMk id="13" creationId="{EC310342-C618-D986-45D1-9F6CD9C61B39}"/>
          </ac:inkMkLst>
        </pc:inkChg>
        <pc:inkChg chg="add">
          <ac:chgData name="brahmini chowdary" userId="7f5102ef87cb83b6" providerId="LiveId" clId="{F2C5BFC5-19F3-481A-8DCF-498390EC9715}" dt="2026-02-11T12:36:48.368" v="62" actId="9405"/>
          <ac:inkMkLst>
            <pc:docMk/>
            <pc:sldMk cId="0" sldId="256"/>
            <ac:inkMk id="14" creationId="{8F0BE6E0-51D5-99E0-A655-7C9B16AA90B7}"/>
          </ac:inkMkLst>
        </pc:inkChg>
        <pc:inkChg chg="add">
          <ac:chgData name="brahmini chowdary" userId="7f5102ef87cb83b6" providerId="LiveId" clId="{F2C5BFC5-19F3-481A-8DCF-498390EC9715}" dt="2026-02-11T12:37:53.780" v="65" actId="9405"/>
          <ac:inkMkLst>
            <pc:docMk/>
            <pc:sldMk cId="0" sldId="256"/>
            <ac:inkMk id="17" creationId="{3E0E9530-0B23-883A-28A6-DA37CE72076F}"/>
          </ac:inkMkLst>
        </pc:inkChg>
        <pc:cxnChg chg="add del mod">
          <ac:chgData name="brahmini chowdary" userId="7f5102ef87cb83b6" providerId="LiveId" clId="{F2C5BFC5-19F3-481A-8DCF-498390EC9715}" dt="2026-02-12T07:05:09.717" v="345" actId="21"/>
          <ac:cxnSpMkLst>
            <pc:docMk/>
            <pc:sldMk cId="0" sldId="256"/>
            <ac:cxnSpMk id="16" creationId="{24A4C623-3373-727B-FB2A-7036AA07B9CE}"/>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2:36:19.492"/>
    </inkml:context>
    <inkml:brush xml:id="br0">
      <inkml:brushProperty name="width" value="0.2" units="cm"/>
      <inkml:brushProperty name="height" value="0.2" units="cm"/>
      <inkml:brushProperty name="color" value="#FFFFFF"/>
    </inkml:brush>
  </inkml:definitions>
  <inkml:trace contextRef="#ctx0" brushRef="#br0">558 314 24575,'-124'-2'0,"-133"6"0,255-4 0,-3 0 0,3 0 0,-2 0 0,2 2 0,-2-2 0,1 0 0,-1 2 0,2-2 0,-2 2 0,2 1 0,-1-3 0,-3 4 0,6-2 0,-2-2 0,2 0 0,-2 2 0,2-2 0,0 2 0,-2-2 0,2 2 0,0-2 0,0 2 0,-2-2 0,2 3 0,0-3 0,0 2 0,0 0 0,0-2 0,0 2 0,-3-2 0,3 2 0,0 0 0,3-2 0,-3 4 0,2 5 0,0-1 0,2 1 0,0 0 0,1-1 0,-1 1 0,11 12 0,-11-15 0,0 1 0,1-1 0,-1 0 0,0 1 0,-2-1 0,0 1 0,7 14 0,-9-19 0,0-2 0,0 0 0,0 2 0,0-2 0,0 0 0,0 2 0,0-2 0,0 2 0,0-2 0,0 0 0,-2 2 0,2-2 0,0 0 0,0 3 0,0-3 0,0 2 0,0-2 0,-2 0 0,2 0 0,0 2 0,0-2 0,-3 0 0,3 2 0,0-2 0,0 0 0,-2 0 0,2 2 0,0-2 0,-2 0 0,2 0 0,0 0 0,-2 2 0,2-2 0,0 0 0,-2 0 0,2 0 0,-2 0 0,-37-8 0,-29-35 0,62 39 0,0-3 0,1 3 0,-1 0 0,2-2 0,-3-1 0,3 1 0,0-1 0,0 1 0,-1 0 0,3-1 0,-2 1 0,2 0 0,0-3 0,0 3 0,-1-3 0,1 3 0,0-3 0,2 3 0,0-3 0,-2 3 0,2-3 0,2 3 0,-2-3 0,0 3 0,2-2 0,3-12 0,1-1 0,2 2 0,-1-2 0,3 2 0,-1-1 0,2 1 0,-1 2 0,3 0 0,19-23 0,-28 35 0,0 1 0,1 2 0,-1-2 0,0 2 0,0 0 0,1-3 0,-1 3 0,0 0 0,1 0 0,-1 0 0,2 2 0,-2-2 0,1 2 0,1-2 0,-2 2 0,7-3 0,-3 3 0,-1 0 0,-1-2 0,1 0 0,1 0 0,-1 0 0,10-4 0,4-20-1365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2:36:48.365"/>
    </inkml:context>
    <inkml:brush xml:id="br0">
      <inkml:brushProperty name="width" value="0.2" units="cm"/>
      <inkml:brushProperty name="height" value="0.2" units="cm"/>
      <inkml:brushProperty name="color" value="#FFFFFF"/>
    </inkml:brush>
  </inkml:definitions>
  <inkml:trace contextRef="#ctx0" brushRef="#br0">666 133 24575,'-202'-4'0,"-217"8"0,417-4 0,-1 0 0,1 0 0,0 0 0,2 0 0,-2 0 0,0 0 0,0 0 0,2 0 0,-2 2 0,0-2 0,-1 0 0,3 0 0,-2 2 0,0-2 0,0 0 0,2 2 0,-2-2 0,0 2 0,2-2 0,-2 3 0,2-3 0,-2 2 0,2 0 0,-3-2 0,3 2 0,-2-2 0,2 2 0,-2 0 0,0 3 0,4-3 0,-2 0 0,0-2 0,2 2 0,-2 0 0,0 0 0,2-2 0,-2 2 0,3 0 0,-3 1 0,2-3 0,0 2 0,-2-2 0,2 2 0,-2 0 0,2-2 0,0 2 0,0-2 0,-2 0 0,2 2 0,1-2 0,-1 2 0,-2-2 0,2 0 0,0 0 0,0 0 0,0 2 0,2-2 0,22 5 0,2-1 0,-3-2 0,52-2 0,36 2 0,-98 5 0,-33 3 0,-28 3 0,41-11 0,-1 0 0,2 0 0,0 1 0,-3-1 0,3 2 0,0-2 0,-1 0 0,1 2 0,0 1 0,0-3 0,-7 11 0,11-13 0,-2 2 0,2-2 0,0 2 0,-2-2 0,2 2 0,0-2 0,-2 2 0,2-2 0,0 2 0,0-2 0,-3 2 0,3 0 0,0-2 0,0 3 0,0-3 0,0 2 0,0 0 0,0-2 0,0 2 0,0 0 0,0-2 0,0 2 0,0-2 0,0 2 0,0 0 0,0-2 0,3 3 0,-3-3 0,0 2 0,0 0 0,2-2 0,-2 2 0,2-2 0,-2 2 0,0-2 0,2 2 0,-2-2 0,2 0 0,-2 2 0,2-2 0,-2 3 0,2-3 0,-2 0 0,2 0 0,-2 2 0,3-2 0,-1 0 0,-2 0 0,2 2 0,2-2 0,-2 0 0,2 2 0,1-2 0,-3 2 0,2-2 0,0 0 0,1 0 0,-1 0 0,-2 0 0,2 0 0,1 0 0,-1-2 0,-2 2 0,2 0 0,0-2 0,-1 0 0,1 2 0,0-2 0,-2-1 0,2 1 0,-1 0 0,1 0 0,-2 0 0,2 0 0,-2 0 0,0-1 0,1-1 0,1 2 0,-2 0 0,0-2 0,2-5 0,1 3 0,-1-3 0,0 1 0,0-1 0,1 1 0,-3-1 0,2 1 0,-2-1 0,0 1 0,-2-1 0,2-1 0,-2-12 0,-10-37 216,6 52-213,1-1 0,1 1-1,0-1 1,2-1 0,-2 3-1,2-15 1,0 19-62,0-1 0,2 1-1,-2 0 1,0 0 0,2 0-1,-2 0 1,0 0 0,2 0 0,-2-1-1,3 1 1,-1 0 0,-2 0 0,2 2-1,0-2 1,0 0 0,-2 0 0,2 2-1,0-2 1,0-1 0,1 3 0,-1-2-1,0 2 1,0-2 0,0 2-1,0-2 1,5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1T12:37:53.779"/>
    </inkml:context>
    <inkml:brush xml:id="br0">
      <inkml:brushProperty name="width" value="0.1" units="cm"/>
      <inkml:brushProperty name="height" value="0.1" units="cm"/>
      <inkml:brushProperty name="color" value="#FFFFFF"/>
    </inkml:brush>
  </inkml:definitions>
  <inkml:trace contextRef="#ctx0" brushRef="#br0">592 175 24575,'-24'-9'0,"1"1"0,-1-1 0,-22-14 0,29 14 0,0 1 0,0-1 0,-3 3 0,1-1 0,2 1 0,-27-3 0,-80 7 0,101 4 0,-1-2 0,3 0 0,-2-2 0,-1 0 0,3 0 0,-43-13 0,66 11 0,17-3 0,24 3 0,223 6 0,94-4 0,-222-13 0,-72 5 0,77 1 0,-24 7 0,136 6 0,-244-2-170,-1 1-1,1-1 0,0 0 1,-1 0-1,1 2 0,0 0 1,16 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446588" y="1508125"/>
            <a:ext cx="5332412" cy="75390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1422400" y="9549425"/>
            <a:ext cx="11379200" cy="90468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8:notes"/>
          <p:cNvSpPr txBox="1">
            <a:spLocks noGrp="1"/>
          </p:cNvSpPr>
          <p:nvPr>
            <p:ph type="body" idx="1"/>
          </p:nvPr>
        </p:nvSpPr>
        <p:spPr>
          <a:xfrm>
            <a:off x="1422400" y="9549425"/>
            <a:ext cx="11379200" cy="9046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endParaRPr dirty="0"/>
          </a:p>
        </p:txBody>
      </p:sp>
      <p:sp>
        <p:nvSpPr>
          <p:cNvPr id="50" name="Google Shape;50;p8:notes"/>
          <p:cNvSpPr>
            <a:spLocks noGrp="1" noRot="1" noChangeAspect="1"/>
          </p:cNvSpPr>
          <p:nvPr>
            <p:ph type="sldImg" idx="2"/>
          </p:nvPr>
        </p:nvSpPr>
        <p:spPr>
          <a:xfrm>
            <a:off x="4446588" y="1508125"/>
            <a:ext cx="5332412" cy="75390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2270641" y="13269168"/>
            <a:ext cx="25733931" cy="27699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4541282" y="23970108"/>
            <a:ext cx="21192649" cy="27699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10293573" y="39807503"/>
            <a:ext cx="9688068" cy="5895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1513761" y="39807503"/>
            <a:ext cx="6963299" cy="5895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21798153" y="39807502"/>
            <a:ext cx="6963299" cy="58952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
        <p:nvSpPr>
          <p:cNvPr id="29" name="Google Shape;29;p4"/>
          <p:cNvSpPr/>
          <p:nvPr/>
        </p:nvSpPr>
        <p:spPr>
          <a:xfrm>
            <a:off x="0" y="5078752"/>
            <a:ext cx="30275213" cy="34728751"/>
          </a:xfrm>
          <a:prstGeom prst="rect">
            <a:avLst/>
          </a:prstGeom>
          <a:solidFill>
            <a:schemeClr val="lt1"/>
          </a:solidFill>
          <a:ln>
            <a:noFill/>
          </a:ln>
        </p:spPr>
        <p:txBody>
          <a:bodyPr spcFirstLastPara="1" wrap="square" lIns="194594" tIns="97271" rIns="194594" bIns="97271"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298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1513761" y="1712151"/>
            <a:ext cx="27247692" cy="27699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1513761" y="9844866"/>
            <a:ext cx="27247692" cy="276999"/>
          </a:xfrm>
          <a:prstGeom prst="rect">
            <a:avLst/>
          </a:prstGeom>
          <a:noFill/>
          <a:ln>
            <a:noFill/>
          </a:ln>
        </p:spPr>
        <p:txBody>
          <a:bodyPr spcFirstLastPara="1" wrap="square" lIns="0" tIns="0" rIns="0" bIns="0" anchor="t" anchorCtr="0">
            <a:spAutoFit/>
          </a:bodyPr>
          <a:lstStyle>
            <a:lvl1pPr marL="973150" lvl="0" indent="-486575" algn="l">
              <a:lnSpc>
                <a:spcPct val="100000"/>
              </a:lnSpc>
              <a:spcBef>
                <a:spcPts val="0"/>
              </a:spcBef>
              <a:spcAft>
                <a:spcPts val="0"/>
              </a:spcAft>
              <a:buSzPts val="1400"/>
              <a:buNone/>
              <a:defRPr/>
            </a:lvl1pPr>
            <a:lvl2pPr marL="1946300" lvl="1" indent="-486575" algn="l">
              <a:lnSpc>
                <a:spcPct val="100000"/>
              </a:lnSpc>
              <a:spcBef>
                <a:spcPts val="0"/>
              </a:spcBef>
              <a:spcAft>
                <a:spcPts val="0"/>
              </a:spcAft>
              <a:buSzPts val="1400"/>
              <a:buNone/>
              <a:defRPr/>
            </a:lvl2pPr>
            <a:lvl3pPr marL="2919451" lvl="2" indent="-486575" algn="l">
              <a:lnSpc>
                <a:spcPct val="100000"/>
              </a:lnSpc>
              <a:spcBef>
                <a:spcPts val="0"/>
              </a:spcBef>
              <a:spcAft>
                <a:spcPts val="0"/>
              </a:spcAft>
              <a:buSzPts val="1400"/>
              <a:buNone/>
              <a:defRPr/>
            </a:lvl3pPr>
            <a:lvl4pPr marL="3892601" lvl="3" indent="-486575" algn="l">
              <a:lnSpc>
                <a:spcPct val="100000"/>
              </a:lnSpc>
              <a:spcBef>
                <a:spcPts val="0"/>
              </a:spcBef>
              <a:spcAft>
                <a:spcPts val="0"/>
              </a:spcAft>
              <a:buSzPts val="1400"/>
              <a:buNone/>
              <a:defRPr/>
            </a:lvl4pPr>
            <a:lvl5pPr marL="4865751" lvl="4" indent="-486575" algn="l">
              <a:lnSpc>
                <a:spcPct val="100000"/>
              </a:lnSpc>
              <a:spcBef>
                <a:spcPts val="0"/>
              </a:spcBef>
              <a:spcAft>
                <a:spcPts val="0"/>
              </a:spcAft>
              <a:buSzPts val="1400"/>
              <a:buNone/>
              <a:defRPr/>
            </a:lvl5pPr>
            <a:lvl6pPr marL="5838901" lvl="5" indent="-486575" algn="l">
              <a:lnSpc>
                <a:spcPct val="100000"/>
              </a:lnSpc>
              <a:spcBef>
                <a:spcPts val="0"/>
              </a:spcBef>
              <a:spcAft>
                <a:spcPts val="0"/>
              </a:spcAft>
              <a:buSzPts val="1400"/>
              <a:buNone/>
              <a:defRPr/>
            </a:lvl6pPr>
            <a:lvl7pPr marL="6812051" lvl="6" indent="-486575" algn="l">
              <a:lnSpc>
                <a:spcPct val="100000"/>
              </a:lnSpc>
              <a:spcBef>
                <a:spcPts val="0"/>
              </a:spcBef>
              <a:spcAft>
                <a:spcPts val="0"/>
              </a:spcAft>
              <a:buSzPts val="1400"/>
              <a:buNone/>
              <a:defRPr/>
            </a:lvl7pPr>
            <a:lvl8pPr marL="7785202" lvl="7" indent="-486575" algn="l">
              <a:lnSpc>
                <a:spcPct val="100000"/>
              </a:lnSpc>
              <a:spcBef>
                <a:spcPts val="0"/>
              </a:spcBef>
              <a:spcAft>
                <a:spcPts val="0"/>
              </a:spcAft>
              <a:buSzPts val="1400"/>
              <a:buNone/>
              <a:defRPr/>
            </a:lvl8pPr>
            <a:lvl9pPr marL="8758352" lvl="8" indent="-486575" algn="l">
              <a:lnSpc>
                <a:spcPct val="100000"/>
              </a:lnSpc>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10293573" y="39807503"/>
            <a:ext cx="9688068" cy="5895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1513761" y="39807503"/>
            <a:ext cx="6963299" cy="5895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21798153" y="39807502"/>
            <a:ext cx="6963299" cy="58952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1513761" y="1712151"/>
            <a:ext cx="27247692" cy="27699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1513760" y="9844866"/>
            <a:ext cx="13169718" cy="276999"/>
          </a:xfrm>
          <a:prstGeom prst="rect">
            <a:avLst/>
          </a:prstGeom>
          <a:noFill/>
          <a:ln>
            <a:noFill/>
          </a:ln>
        </p:spPr>
        <p:txBody>
          <a:bodyPr spcFirstLastPara="1" wrap="square" lIns="0" tIns="0" rIns="0" bIns="0" anchor="t" anchorCtr="0">
            <a:spAutoFit/>
          </a:bodyPr>
          <a:lstStyle>
            <a:lvl1pPr marL="973150" lvl="0" indent="-486575" algn="l">
              <a:lnSpc>
                <a:spcPct val="100000"/>
              </a:lnSpc>
              <a:spcBef>
                <a:spcPts val="0"/>
              </a:spcBef>
              <a:spcAft>
                <a:spcPts val="0"/>
              </a:spcAft>
              <a:buSzPts val="1400"/>
              <a:buNone/>
              <a:defRPr/>
            </a:lvl1pPr>
            <a:lvl2pPr marL="1946300" lvl="1" indent="-486575" algn="l">
              <a:lnSpc>
                <a:spcPct val="100000"/>
              </a:lnSpc>
              <a:spcBef>
                <a:spcPts val="0"/>
              </a:spcBef>
              <a:spcAft>
                <a:spcPts val="0"/>
              </a:spcAft>
              <a:buSzPts val="1400"/>
              <a:buNone/>
              <a:defRPr/>
            </a:lvl2pPr>
            <a:lvl3pPr marL="2919451" lvl="2" indent="-486575" algn="l">
              <a:lnSpc>
                <a:spcPct val="100000"/>
              </a:lnSpc>
              <a:spcBef>
                <a:spcPts val="0"/>
              </a:spcBef>
              <a:spcAft>
                <a:spcPts val="0"/>
              </a:spcAft>
              <a:buSzPts val="1400"/>
              <a:buNone/>
              <a:defRPr/>
            </a:lvl3pPr>
            <a:lvl4pPr marL="3892601" lvl="3" indent="-486575" algn="l">
              <a:lnSpc>
                <a:spcPct val="100000"/>
              </a:lnSpc>
              <a:spcBef>
                <a:spcPts val="0"/>
              </a:spcBef>
              <a:spcAft>
                <a:spcPts val="0"/>
              </a:spcAft>
              <a:buSzPts val="1400"/>
              <a:buNone/>
              <a:defRPr/>
            </a:lvl4pPr>
            <a:lvl5pPr marL="4865751" lvl="4" indent="-486575" algn="l">
              <a:lnSpc>
                <a:spcPct val="100000"/>
              </a:lnSpc>
              <a:spcBef>
                <a:spcPts val="0"/>
              </a:spcBef>
              <a:spcAft>
                <a:spcPts val="0"/>
              </a:spcAft>
              <a:buSzPts val="1400"/>
              <a:buNone/>
              <a:defRPr/>
            </a:lvl5pPr>
            <a:lvl6pPr marL="5838901" lvl="5" indent="-486575" algn="l">
              <a:lnSpc>
                <a:spcPct val="100000"/>
              </a:lnSpc>
              <a:spcBef>
                <a:spcPts val="0"/>
              </a:spcBef>
              <a:spcAft>
                <a:spcPts val="0"/>
              </a:spcAft>
              <a:buSzPts val="1400"/>
              <a:buNone/>
              <a:defRPr/>
            </a:lvl6pPr>
            <a:lvl7pPr marL="6812051" lvl="6" indent="-486575" algn="l">
              <a:lnSpc>
                <a:spcPct val="100000"/>
              </a:lnSpc>
              <a:spcBef>
                <a:spcPts val="0"/>
              </a:spcBef>
              <a:spcAft>
                <a:spcPts val="0"/>
              </a:spcAft>
              <a:buSzPts val="1400"/>
              <a:buNone/>
              <a:defRPr/>
            </a:lvl7pPr>
            <a:lvl8pPr marL="7785202" lvl="7" indent="-486575" algn="l">
              <a:lnSpc>
                <a:spcPct val="100000"/>
              </a:lnSpc>
              <a:spcBef>
                <a:spcPts val="0"/>
              </a:spcBef>
              <a:spcAft>
                <a:spcPts val="0"/>
              </a:spcAft>
              <a:buSzPts val="1400"/>
              <a:buNone/>
              <a:defRPr/>
            </a:lvl8pPr>
            <a:lvl9pPr marL="8758352" lvl="8" indent="-486575" algn="l">
              <a:lnSpc>
                <a:spcPct val="100000"/>
              </a:lnSpc>
              <a:spcBef>
                <a:spcPts val="0"/>
              </a:spcBef>
              <a:spcAft>
                <a:spcPts val="0"/>
              </a:spcAft>
              <a:buSzPts val="1400"/>
              <a:buNone/>
              <a:defRPr/>
            </a:lvl9pPr>
          </a:lstStyle>
          <a:p>
            <a:endParaRPr/>
          </a:p>
        </p:txBody>
      </p:sp>
      <p:sp>
        <p:nvSpPr>
          <p:cNvPr id="39" name="Google Shape;39;p6"/>
          <p:cNvSpPr txBox="1">
            <a:spLocks noGrp="1"/>
          </p:cNvSpPr>
          <p:nvPr>
            <p:ph type="body" idx="2"/>
          </p:nvPr>
        </p:nvSpPr>
        <p:spPr>
          <a:xfrm>
            <a:off x="15591735" y="9844866"/>
            <a:ext cx="13169718" cy="276999"/>
          </a:xfrm>
          <a:prstGeom prst="rect">
            <a:avLst/>
          </a:prstGeom>
          <a:noFill/>
          <a:ln>
            <a:noFill/>
          </a:ln>
        </p:spPr>
        <p:txBody>
          <a:bodyPr spcFirstLastPara="1" wrap="square" lIns="0" tIns="0" rIns="0" bIns="0" anchor="t" anchorCtr="0">
            <a:spAutoFit/>
          </a:bodyPr>
          <a:lstStyle>
            <a:lvl1pPr marL="973150" lvl="0" indent="-486575" algn="l">
              <a:lnSpc>
                <a:spcPct val="100000"/>
              </a:lnSpc>
              <a:spcBef>
                <a:spcPts val="0"/>
              </a:spcBef>
              <a:spcAft>
                <a:spcPts val="0"/>
              </a:spcAft>
              <a:buSzPts val="1400"/>
              <a:buNone/>
              <a:defRPr/>
            </a:lvl1pPr>
            <a:lvl2pPr marL="1946300" lvl="1" indent="-486575" algn="l">
              <a:lnSpc>
                <a:spcPct val="100000"/>
              </a:lnSpc>
              <a:spcBef>
                <a:spcPts val="0"/>
              </a:spcBef>
              <a:spcAft>
                <a:spcPts val="0"/>
              </a:spcAft>
              <a:buSzPts val="1400"/>
              <a:buNone/>
              <a:defRPr/>
            </a:lvl2pPr>
            <a:lvl3pPr marL="2919451" lvl="2" indent="-486575" algn="l">
              <a:lnSpc>
                <a:spcPct val="100000"/>
              </a:lnSpc>
              <a:spcBef>
                <a:spcPts val="0"/>
              </a:spcBef>
              <a:spcAft>
                <a:spcPts val="0"/>
              </a:spcAft>
              <a:buSzPts val="1400"/>
              <a:buNone/>
              <a:defRPr/>
            </a:lvl3pPr>
            <a:lvl4pPr marL="3892601" lvl="3" indent="-486575" algn="l">
              <a:lnSpc>
                <a:spcPct val="100000"/>
              </a:lnSpc>
              <a:spcBef>
                <a:spcPts val="0"/>
              </a:spcBef>
              <a:spcAft>
                <a:spcPts val="0"/>
              </a:spcAft>
              <a:buSzPts val="1400"/>
              <a:buNone/>
              <a:defRPr/>
            </a:lvl4pPr>
            <a:lvl5pPr marL="4865751" lvl="4" indent="-486575" algn="l">
              <a:lnSpc>
                <a:spcPct val="100000"/>
              </a:lnSpc>
              <a:spcBef>
                <a:spcPts val="0"/>
              </a:spcBef>
              <a:spcAft>
                <a:spcPts val="0"/>
              </a:spcAft>
              <a:buSzPts val="1400"/>
              <a:buNone/>
              <a:defRPr/>
            </a:lvl5pPr>
            <a:lvl6pPr marL="5838901" lvl="5" indent="-486575" algn="l">
              <a:lnSpc>
                <a:spcPct val="100000"/>
              </a:lnSpc>
              <a:spcBef>
                <a:spcPts val="0"/>
              </a:spcBef>
              <a:spcAft>
                <a:spcPts val="0"/>
              </a:spcAft>
              <a:buSzPts val="1400"/>
              <a:buNone/>
              <a:defRPr/>
            </a:lvl6pPr>
            <a:lvl7pPr marL="6812051" lvl="6" indent="-486575" algn="l">
              <a:lnSpc>
                <a:spcPct val="100000"/>
              </a:lnSpc>
              <a:spcBef>
                <a:spcPts val="0"/>
              </a:spcBef>
              <a:spcAft>
                <a:spcPts val="0"/>
              </a:spcAft>
              <a:buSzPts val="1400"/>
              <a:buNone/>
              <a:defRPr/>
            </a:lvl7pPr>
            <a:lvl8pPr marL="7785202" lvl="7" indent="-486575" algn="l">
              <a:lnSpc>
                <a:spcPct val="100000"/>
              </a:lnSpc>
              <a:spcBef>
                <a:spcPts val="0"/>
              </a:spcBef>
              <a:spcAft>
                <a:spcPts val="0"/>
              </a:spcAft>
              <a:buSzPts val="1400"/>
              <a:buNone/>
              <a:defRPr/>
            </a:lvl8pPr>
            <a:lvl9pPr marL="8758352" lvl="8" indent="-486575" algn="l">
              <a:lnSpc>
                <a:spcPct val="100000"/>
              </a:lnSpc>
              <a:spcBef>
                <a:spcPts val="0"/>
              </a:spcBef>
              <a:spcAft>
                <a:spcPts val="0"/>
              </a:spcAft>
              <a:buSzPts val="1400"/>
              <a:buNone/>
              <a:defRPr/>
            </a:lvl9pPr>
          </a:lstStyle>
          <a:p>
            <a:endParaRPr/>
          </a:p>
        </p:txBody>
      </p:sp>
      <p:sp>
        <p:nvSpPr>
          <p:cNvPr id="40" name="Google Shape;40;p6"/>
          <p:cNvSpPr txBox="1">
            <a:spLocks noGrp="1"/>
          </p:cNvSpPr>
          <p:nvPr>
            <p:ph type="ftr" idx="11"/>
          </p:nvPr>
        </p:nvSpPr>
        <p:spPr>
          <a:xfrm>
            <a:off x="10293573" y="39807503"/>
            <a:ext cx="9688068" cy="5895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dt" idx="10"/>
          </p:nvPr>
        </p:nvSpPr>
        <p:spPr>
          <a:xfrm>
            <a:off x="1513761" y="39807503"/>
            <a:ext cx="6963299" cy="5895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21798153" y="39807502"/>
            <a:ext cx="6963299" cy="58952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1513761" y="1712151"/>
            <a:ext cx="27247692" cy="27699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txBox="1">
            <a:spLocks noGrp="1"/>
          </p:cNvSpPr>
          <p:nvPr>
            <p:ph type="ftr" idx="11"/>
          </p:nvPr>
        </p:nvSpPr>
        <p:spPr>
          <a:xfrm>
            <a:off x="10293573" y="39807503"/>
            <a:ext cx="9688068" cy="58952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dt" idx="10"/>
          </p:nvPr>
        </p:nvSpPr>
        <p:spPr>
          <a:xfrm>
            <a:off x="1513761" y="39807503"/>
            <a:ext cx="6963299" cy="5895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sldNum" idx="12"/>
          </p:nvPr>
        </p:nvSpPr>
        <p:spPr>
          <a:xfrm>
            <a:off x="21798153" y="39807502"/>
            <a:ext cx="6963299" cy="58952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image" Target="../media/image2.png"/><Relationship Id="rId12"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png"/><Relationship Id="rId5" Type="http://schemas.openxmlformats.org/officeDocument/2006/relationships/theme" Target="../theme/theme1.xml"/><Relationship Id="rId15" Type="http://schemas.openxmlformats.org/officeDocument/2006/relationships/image" Target="../media/image10.jpg"/><Relationship Id="rId10"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image" Target="../media/image4.png"/><Relationship Id="rId14" Type="http://schemas.openxmlformats.org/officeDocument/2006/relationships/image" Target="../media/image9.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2"/>
          <p:cNvPicPr preferRelativeResize="0"/>
          <p:nvPr/>
        </p:nvPicPr>
        <p:blipFill rotWithShape="1">
          <a:blip r:embed="rId6">
            <a:alphaModFix/>
          </a:blip>
          <a:srcRect/>
          <a:stretch/>
        </p:blipFill>
        <p:spPr>
          <a:xfrm>
            <a:off x="19868071" y="40762369"/>
            <a:ext cx="28570" cy="1524280"/>
          </a:xfrm>
          <a:prstGeom prst="rect">
            <a:avLst/>
          </a:prstGeom>
          <a:noFill/>
          <a:ln>
            <a:noFill/>
          </a:ln>
        </p:spPr>
      </p:pic>
      <p:pic>
        <p:nvPicPr>
          <p:cNvPr id="7" name="Google Shape;7;p2"/>
          <p:cNvPicPr preferRelativeResize="0"/>
          <p:nvPr/>
        </p:nvPicPr>
        <p:blipFill rotWithShape="1">
          <a:blip r:embed="rId7">
            <a:alphaModFix/>
          </a:blip>
          <a:srcRect/>
          <a:stretch/>
        </p:blipFill>
        <p:spPr>
          <a:xfrm>
            <a:off x="0" y="5226642"/>
            <a:ext cx="30272208" cy="34524998"/>
          </a:xfrm>
          <a:prstGeom prst="rect">
            <a:avLst/>
          </a:prstGeom>
          <a:noFill/>
          <a:ln>
            <a:noFill/>
          </a:ln>
        </p:spPr>
      </p:pic>
      <p:pic>
        <p:nvPicPr>
          <p:cNvPr id="8" name="Google Shape;8;p2"/>
          <p:cNvPicPr preferRelativeResize="0"/>
          <p:nvPr/>
        </p:nvPicPr>
        <p:blipFill rotWithShape="1">
          <a:blip r:embed="rId8">
            <a:alphaModFix/>
          </a:blip>
          <a:srcRect/>
          <a:stretch/>
        </p:blipFill>
        <p:spPr>
          <a:xfrm>
            <a:off x="87677" y="32161743"/>
            <a:ext cx="9057203" cy="685926"/>
          </a:xfrm>
          <a:prstGeom prst="rect">
            <a:avLst/>
          </a:prstGeom>
          <a:noFill/>
          <a:ln>
            <a:noFill/>
          </a:ln>
        </p:spPr>
      </p:pic>
      <p:pic>
        <p:nvPicPr>
          <p:cNvPr id="9" name="Google Shape;9;p2"/>
          <p:cNvPicPr preferRelativeResize="0"/>
          <p:nvPr/>
        </p:nvPicPr>
        <p:blipFill rotWithShape="1">
          <a:blip r:embed="rId9">
            <a:alphaModFix/>
          </a:blip>
          <a:srcRect/>
          <a:stretch/>
        </p:blipFill>
        <p:spPr>
          <a:xfrm>
            <a:off x="134848" y="20209062"/>
            <a:ext cx="9828638" cy="2972349"/>
          </a:xfrm>
          <a:prstGeom prst="rect">
            <a:avLst/>
          </a:prstGeom>
          <a:noFill/>
          <a:ln>
            <a:noFill/>
          </a:ln>
        </p:spPr>
      </p:pic>
      <p:pic>
        <p:nvPicPr>
          <p:cNvPr id="10" name="Google Shape;10;p2"/>
          <p:cNvPicPr preferRelativeResize="0"/>
          <p:nvPr/>
        </p:nvPicPr>
        <p:blipFill rotWithShape="1">
          <a:blip r:embed="rId10">
            <a:alphaModFix/>
          </a:blip>
          <a:srcRect/>
          <a:stretch/>
        </p:blipFill>
        <p:spPr>
          <a:xfrm>
            <a:off x="390860" y="6946411"/>
            <a:ext cx="9600065" cy="4153669"/>
          </a:xfrm>
          <a:prstGeom prst="rect">
            <a:avLst/>
          </a:prstGeom>
          <a:noFill/>
          <a:ln>
            <a:noFill/>
          </a:ln>
        </p:spPr>
      </p:pic>
      <p:pic>
        <p:nvPicPr>
          <p:cNvPr id="11" name="Google Shape;11;p2"/>
          <p:cNvPicPr preferRelativeResize="0"/>
          <p:nvPr/>
        </p:nvPicPr>
        <p:blipFill rotWithShape="1">
          <a:blip r:embed="rId11">
            <a:alphaModFix/>
          </a:blip>
          <a:srcRect/>
          <a:stretch/>
        </p:blipFill>
        <p:spPr>
          <a:xfrm>
            <a:off x="0" y="39749233"/>
            <a:ext cx="30272208" cy="2581752"/>
          </a:xfrm>
          <a:prstGeom prst="rect">
            <a:avLst/>
          </a:prstGeom>
          <a:noFill/>
          <a:ln>
            <a:noFill/>
          </a:ln>
        </p:spPr>
      </p:pic>
      <p:sp>
        <p:nvSpPr>
          <p:cNvPr id="12" name="Google Shape;12;p2"/>
          <p:cNvSpPr/>
          <p:nvPr/>
        </p:nvSpPr>
        <p:spPr>
          <a:xfrm>
            <a:off x="0" y="1"/>
            <a:ext cx="30275213" cy="5141589"/>
          </a:xfrm>
          <a:custGeom>
            <a:avLst/>
            <a:gdLst/>
            <a:ahLst/>
            <a:cxnLst/>
            <a:rect l="l" t="t" r="r" b="b"/>
            <a:pathLst>
              <a:path w="14224000" h="2414905" extrusionOk="0">
                <a:moveTo>
                  <a:pt x="14223395" y="2414581"/>
                </a:moveTo>
                <a:lnTo>
                  <a:pt x="0" y="2414581"/>
                </a:lnTo>
                <a:lnTo>
                  <a:pt x="0" y="0"/>
                </a:lnTo>
                <a:lnTo>
                  <a:pt x="14223395" y="0"/>
                </a:lnTo>
                <a:lnTo>
                  <a:pt x="14223395" y="2414581"/>
                </a:lnTo>
                <a:close/>
              </a:path>
            </a:pathLst>
          </a:custGeom>
          <a:solidFill>
            <a:srgbClr val="231D6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2980" b="0" i="0" u="none" strike="noStrike" cap="none">
              <a:solidFill>
                <a:srgbClr val="000000"/>
              </a:solidFill>
              <a:latin typeface="Arial"/>
              <a:ea typeface="Arial"/>
              <a:cs typeface="Arial"/>
              <a:sym typeface="Arial"/>
            </a:endParaRPr>
          </a:p>
        </p:txBody>
      </p:sp>
      <p:pic>
        <p:nvPicPr>
          <p:cNvPr id="13" name="Google Shape;13;p2"/>
          <p:cNvPicPr preferRelativeResize="0"/>
          <p:nvPr/>
        </p:nvPicPr>
        <p:blipFill rotWithShape="1">
          <a:blip r:embed="rId12">
            <a:alphaModFix/>
          </a:blip>
          <a:srcRect/>
          <a:stretch/>
        </p:blipFill>
        <p:spPr>
          <a:xfrm>
            <a:off x="482442" y="0"/>
            <a:ext cx="6790521" cy="4663211"/>
          </a:xfrm>
          <a:prstGeom prst="rect">
            <a:avLst/>
          </a:prstGeom>
          <a:noFill/>
          <a:ln>
            <a:noFill/>
          </a:ln>
        </p:spPr>
      </p:pic>
      <p:pic>
        <p:nvPicPr>
          <p:cNvPr id="14" name="Google Shape;14;p2"/>
          <p:cNvPicPr preferRelativeResize="0"/>
          <p:nvPr/>
        </p:nvPicPr>
        <p:blipFill rotWithShape="1">
          <a:blip r:embed="rId13">
            <a:alphaModFix/>
          </a:blip>
          <a:srcRect/>
          <a:stretch/>
        </p:blipFill>
        <p:spPr>
          <a:xfrm>
            <a:off x="23438432" y="678218"/>
            <a:ext cx="6171469" cy="4229882"/>
          </a:xfrm>
          <a:prstGeom prst="rect">
            <a:avLst/>
          </a:prstGeom>
          <a:noFill/>
          <a:ln>
            <a:noFill/>
          </a:ln>
        </p:spPr>
      </p:pic>
      <p:pic>
        <p:nvPicPr>
          <p:cNvPr id="15" name="Google Shape;15;p2"/>
          <p:cNvPicPr preferRelativeResize="0"/>
          <p:nvPr/>
        </p:nvPicPr>
        <p:blipFill rotWithShape="1">
          <a:blip r:embed="rId14">
            <a:alphaModFix/>
          </a:blip>
          <a:srcRect/>
          <a:stretch/>
        </p:blipFill>
        <p:spPr>
          <a:xfrm>
            <a:off x="24549085" y="40130619"/>
            <a:ext cx="5447653" cy="1819611"/>
          </a:xfrm>
          <a:prstGeom prst="rect">
            <a:avLst/>
          </a:prstGeom>
          <a:noFill/>
          <a:ln>
            <a:noFill/>
          </a:ln>
        </p:spPr>
      </p:pic>
      <p:pic>
        <p:nvPicPr>
          <p:cNvPr id="16" name="Google Shape;16;p2"/>
          <p:cNvPicPr preferRelativeResize="0"/>
          <p:nvPr/>
        </p:nvPicPr>
        <p:blipFill rotWithShape="1">
          <a:blip r:embed="rId15">
            <a:alphaModFix/>
          </a:blip>
          <a:srcRect/>
          <a:stretch/>
        </p:blipFill>
        <p:spPr>
          <a:xfrm>
            <a:off x="226439" y="40187736"/>
            <a:ext cx="5619085" cy="1705288"/>
          </a:xfrm>
          <a:prstGeom prst="rect">
            <a:avLst/>
          </a:prstGeom>
          <a:noFill/>
          <a:ln>
            <a:noFill/>
          </a:ln>
        </p:spPr>
      </p:pic>
      <p:sp>
        <p:nvSpPr>
          <p:cNvPr id="17" name="Google Shape;17;p2"/>
          <p:cNvSpPr/>
          <p:nvPr/>
        </p:nvSpPr>
        <p:spPr>
          <a:xfrm>
            <a:off x="10257703" y="21403692"/>
            <a:ext cx="20018133" cy="12255721"/>
          </a:xfrm>
          <a:custGeom>
            <a:avLst/>
            <a:gdLst/>
            <a:ahLst/>
            <a:cxnLst/>
            <a:rect l="l" t="t" r="r" b="b"/>
            <a:pathLst>
              <a:path w="9404985" h="5756275" extrusionOk="0">
                <a:moveTo>
                  <a:pt x="4586973" y="3157994"/>
                </a:moveTo>
                <a:lnTo>
                  <a:pt x="0" y="3157994"/>
                </a:lnTo>
                <a:lnTo>
                  <a:pt x="0" y="5755919"/>
                </a:lnTo>
                <a:lnTo>
                  <a:pt x="4586973" y="5755919"/>
                </a:lnTo>
                <a:lnTo>
                  <a:pt x="4586973" y="3157994"/>
                </a:lnTo>
                <a:close/>
              </a:path>
              <a:path w="9404985" h="5756275" extrusionOk="0">
                <a:moveTo>
                  <a:pt x="9404642" y="0"/>
                </a:moveTo>
                <a:lnTo>
                  <a:pt x="4605286" y="0"/>
                </a:lnTo>
                <a:lnTo>
                  <a:pt x="4605286" y="611873"/>
                </a:lnTo>
                <a:lnTo>
                  <a:pt x="9404642" y="611873"/>
                </a:lnTo>
                <a:lnTo>
                  <a:pt x="9404642"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2980" b="0" i="0" u="none" strike="noStrike" cap="none">
              <a:solidFill>
                <a:srgbClr val="000000"/>
              </a:solidFill>
              <a:latin typeface="Arial"/>
              <a:ea typeface="Arial"/>
              <a:cs typeface="Arial"/>
              <a:sym typeface="Arial"/>
            </a:endParaRPr>
          </a:p>
        </p:txBody>
      </p:sp>
      <p:sp>
        <p:nvSpPr>
          <p:cNvPr id="18" name="Google Shape;18;p2"/>
          <p:cNvSpPr txBox="1">
            <a:spLocks noGrp="1"/>
          </p:cNvSpPr>
          <p:nvPr>
            <p:ph type="title"/>
          </p:nvPr>
        </p:nvSpPr>
        <p:spPr>
          <a:xfrm>
            <a:off x="1513761" y="1712151"/>
            <a:ext cx="27247692" cy="276999"/>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 name="Google Shape;19;p2"/>
          <p:cNvSpPr txBox="1">
            <a:spLocks noGrp="1"/>
          </p:cNvSpPr>
          <p:nvPr>
            <p:ph type="body" idx="1"/>
          </p:nvPr>
        </p:nvSpPr>
        <p:spPr>
          <a:xfrm>
            <a:off x="1513761" y="9844866"/>
            <a:ext cx="27247692"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20" name="Google Shape;20;p2"/>
          <p:cNvSpPr txBox="1">
            <a:spLocks noGrp="1"/>
          </p:cNvSpPr>
          <p:nvPr>
            <p:ph type="ftr" idx="11"/>
          </p:nvPr>
        </p:nvSpPr>
        <p:spPr>
          <a:xfrm>
            <a:off x="10293573" y="39807503"/>
            <a:ext cx="9688068" cy="58952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3831"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9pPr>
          </a:lstStyle>
          <a:p>
            <a:endParaRPr/>
          </a:p>
        </p:txBody>
      </p:sp>
      <p:sp>
        <p:nvSpPr>
          <p:cNvPr id="21" name="Google Shape;21;p2"/>
          <p:cNvSpPr txBox="1">
            <a:spLocks noGrp="1"/>
          </p:cNvSpPr>
          <p:nvPr>
            <p:ph type="dt" idx="10"/>
          </p:nvPr>
        </p:nvSpPr>
        <p:spPr>
          <a:xfrm>
            <a:off x="1513761" y="39807503"/>
            <a:ext cx="6963299" cy="58952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831"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831" b="0" i="0" u="none" strike="noStrike" cap="none">
                <a:solidFill>
                  <a:srgbClr val="000000"/>
                </a:solidFill>
                <a:latin typeface="Arial"/>
                <a:ea typeface="Arial"/>
                <a:cs typeface="Arial"/>
                <a:sym typeface="Arial"/>
              </a:defRPr>
            </a:lvl9pPr>
          </a:lstStyle>
          <a:p>
            <a:endParaRPr/>
          </a:p>
        </p:txBody>
      </p:sp>
      <p:sp>
        <p:nvSpPr>
          <p:cNvPr id="22" name="Google Shape;22;p2"/>
          <p:cNvSpPr txBox="1">
            <a:spLocks noGrp="1"/>
          </p:cNvSpPr>
          <p:nvPr>
            <p:ph type="sldNum" idx="12"/>
          </p:nvPr>
        </p:nvSpPr>
        <p:spPr>
          <a:xfrm>
            <a:off x="21798153" y="39807502"/>
            <a:ext cx="6963299" cy="58952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3831"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sz="298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98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png"/><Relationship Id="rId3" Type="http://schemas.openxmlformats.org/officeDocument/2006/relationships/image" Target="../media/image11.png"/><Relationship Id="rId7" Type="http://schemas.openxmlformats.org/officeDocument/2006/relationships/customXml" Target="../ink/ink1.xml"/><Relationship Id="rId12"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customXml" Target="../ink/ink3.xml"/><Relationship Id="rId5" Type="http://schemas.openxmlformats.org/officeDocument/2006/relationships/image" Target="../media/image13.png"/><Relationship Id="rId10" Type="http://schemas.openxmlformats.org/officeDocument/2006/relationships/image" Target="../media/image16.png"/><Relationship Id="rId4" Type="http://schemas.openxmlformats.org/officeDocument/2006/relationships/image" Target="../media/image12.png"/><Relationship Id="rId9" Type="http://schemas.openxmlformats.org/officeDocument/2006/relationships/customXml" Target="../ink/ink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1"/>
        <p:cNvGrpSpPr/>
        <p:nvPr/>
      </p:nvGrpSpPr>
      <p:grpSpPr>
        <a:xfrm>
          <a:off x="0" y="0"/>
          <a:ext cx="0" cy="0"/>
          <a:chOff x="0" y="0"/>
          <a:chExt cx="0" cy="0"/>
        </a:xfrm>
      </p:grpSpPr>
      <p:sp>
        <p:nvSpPr>
          <p:cNvPr id="52" name="Google Shape;52;p8"/>
          <p:cNvSpPr/>
          <p:nvPr/>
        </p:nvSpPr>
        <p:spPr>
          <a:xfrm>
            <a:off x="0" y="5402960"/>
            <a:ext cx="9731318" cy="1592397"/>
          </a:xfrm>
          <a:prstGeom prst="roundRect">
            <a:avLst>
              <a:gd name="adj" fmla="val 16667"/>
            </a:avLst>
          </a:prstGeom>
          <a:solidFill>
            <a:srgbClr val="231D6B"/>
          </a:solidFill>
          <a:ln>
            <a:noFill/>
          </a:ln>
        </p:spPr>
        <p:txBody>
          <a:bodyPr spcFirstLastPara="1" wrap="square" lIns="194594" tIns="97271" rIns="194594" bIns="97271" anchor="ctr" anchorCtr="0">
            <a:noAutofit/>
          </a:bodyPr>
          <a:lstStyle/>
          <a:p>
            <a:pPr algn="ctr">
              <a:buSzPts val="2400"/>
            </a:pPr>
            <a:r>
              <a:rPr lang="en-US" sz="5108" b="1">
                <a:solidFill>
                  <a:schemeClr val="lt1"/>
                </a:solidFill>
              </a:rPr>
              <a:t>Introduction</a:t>
            </a:r>
            <a:endParaRPr/>
          </a:p>
        </p:txBody>
      </p:sp>
      <p:sp>
        <p:nvSpPr>
          <p:cNvPr id="53" name="Google Shape;53;p8"/>
          <p:cNvSpPr/>
          <p:nvPr/>
        </p:nvSpPr>
        <p:spPr>
          <a:xfrm>
            <a:off x="10271947" y="5402960"/>
            <a:ext cx="9731318" cy="1592397"/>
          </a:xfrm>
          <a:prstGeom prst="roundRect">
            <a:avLst>
              <a:gd name="adj" fmla="val 16667"/>
            </a:avLst>
          </a:prstGeom>
          <a:solidFill>
            <a:srgbClr val="231D6B"/>
          </a:solidFill>
          <a:ln>
            <a:noFill/>
          </a:ln>
        </p:spPr>
        <p:txBody>
          <a:bodyPr spcFirstLastPara="1" wrap="square" lIns="194594" tIns="97271" rIns="194594" bIns="97271" anchor="ctr" anchorCtr="0">
            <a:noAutofit/>
          </a:bodyPr>
          <a:lstStyle/>
          <a:p>
            <a:pPr algn="ctr">
              <a:buSzPts val="2400"/>
            </a:pPr>
            <a:r>
              <a:rPr lang="en-US" sz="5108" b="1" dirty="0">
                <a:solidFill>
                  <a:schemeClr val="lt1"/>
                </a:solidFill>
              </a:rPr>
              <a:t>Problem Statement and Objective of the Work</a:t>
            </a:r>
            <a:endParaRPr dirty="0"/>
          </a:p>
        </p:txBody>
      </p:sp>
      <p:sp>
        <p:nvSpPr>
          <p:cNvPr id="54" name="Google Shape;54;p8"/>
          <p:cNvSpPr/>
          <p:nvPr/>
        </p:nvSpPr>
        <p:spPr>
          <a:xfrm>
            <a:off x="20543894" y="11906339"/>
            <a:ext cx="9731318" cy="1592397"/>
          </a:xfrm>
          <a:prstGeom prst="roundRect">
            <a:avLst>
              <a:gd name="adj" fmla="val 16667"/>
            </a:avLst>
          </a:prstGeom>
          <a:solidFill>
            <a:srgbClr val="231D6B"/>
          </a:solidFill>
          <a:ln>
            <a:noFill/>
          </a:ln>
        </p:spPr>
        <p:txBody>
          <a:bodyPr spcFirstLastPara="1" wrap="square" lIns="194594" tIns="97271" rIns="194594" bIns="97271" anchor="ctr" anchorCtr="0">
            <a:noAutofit/>
          </a:bodyPr>
          <a:lstStyle/>
          <a:p>
            <a:pPr algn="ctr">
              <a:buSzPts val="2400"/>
            </a:pPr>
            <a:r>
              <a:rPr lang="en-US" sz="5108" b="1">
                <a:solidFill>
                  <a:schemeClr val="lt1"/>
                </a:solidFill>
              </a:rPr>
              <a:t>Conclusions</a:t>
            </a:r>
            <a:endParaRPr/>
          </a:p>
        </p:txBody>
      </p:sp>
      <p:sp>
        <p:nvSpPr>
          <p:cNvPr id="55" name="Google Shape;55;p8"/>
          <p:cNvSpPr/>
          <p:nvPr/>
        </p:nvSpPr>
        <p:spPr>
          <a:xfrm>
            <a:off x="10024833" y="17648712"/>
            <a:ext cx="9731318" cy="1592514"/>
          </a:xfrm>
          <a:prstGeom prst="roundRect">
            <a:avLst>
              <a:gd name="adj" fmla="val 16667"/>
            </a:avLst>
          </a:prstGeom>
          <a:solidFill>
            <a:srgbClr val="231D6B"/>
          </a:solidFill>
          <a:ln>
            <a:noFill/>
          </a:ln>
        </p:spPr>
        <p:txBody>
          <a:bodyPr spcFirstLastPara="1" wrap="square" lIns="194594" tIns="97271" rIns="194594" bIns="97271" anchor="ctr" anchorCtr="0">
            <a:noAutofit/>
          </a:bodyPr>
          <a:lstStyle/>
          <a:p>
            <a:pPr algn="ctr">
              <a:buSzPts val="2400"/>
            </a:pPr>
            <a:r>
              <a:rPr lang="en-US" sz="5108" b="1" dirty="0">
                <a:solidFill>
                  <a:schemeClr val="lt1"/>
                </a:solidFill>
              </a:rPr>
              <a:t>Analysis Theory</a:t>
            </a:r>
            <a:endParaRPr dirty="0"/>
          </a:p>
        </p:txBody>
      </p:sp>
      <p:sp>
        <p:nvSpPr>
          <p:cNvPr id="56" name="Google Shape;56;p8"/>
          <p:cNvSpPr/>
          <p:nvPr/>
        </p:nvSpPr>
        <p:spPr>
          <a:xfrm>
            <a:off x="0" y="21054070"/>
            <a:ext cx="9731318" cy="1592397"/>
          </a:xfrm>
          <a:prstGeom prst="roundRect">
            <a:avLst>
              <a:gd name="adj" fmla="val 16667"/>
            </a:avLst>
          </a:prstGeom>
          <a:solidFill>
            <a:srgbClr val="231D6B"/>
          </a:solidFill>
          <a:ln>
            <a:noFill/>
          </a:ln>
        </p:spPr>
        <p:txBody>
          <a:bodyPr spcFirstLastPara="1" wrap="square" lIns="194594" tIns="97271" rIns="194594" bIns="97271" anchor="ctr" anchorCtr="0">
            <a:noAutofit/>
          </a:bodyPr>
          <a:lstStyle/>
          <a:p>
            <a:pPr algn="ctr">
              <a:buSzPts val="2400"/>
            </a:pPr>
            <a:r>
              <a:rPr lang="en-US" sz="5108" dirty="0">
                <a:solidFill>
                  <a:schemeClr val="lt1"/>
                </a:solidFill>
              </a:rPr>
              <a:t>Experimental/ Modeling/ Material Synthesis Set-up</a:t>
            </a:r>
            <a:endParaRPr dirty="0"/>
          </a:p>
        </p:txBody>
      </p:sp>
      <p:sp>
        <p:nvSpPr>
          <p:cNvPr id="57" name="Google Shape;57;p8"/>
          <p:cNvSpPr/>
          <p:nvPr/>
        </p:nvSpPr>
        <p:spPr>
          <a:xfrm>
            <a:off x="10271947" y="32274308"/>
            <a:ext cx="9731318" cy="1592397"/>
          </a:xfrm>
          <a:prstGeom prst="roundRect">
            <a:avLst>
              <a:gd name="adj" fmla="val 16667"/>
            </a:avLst>
          </a:prstGeom>
          <a:solidFill>
            <a:srgbClr val="231D6B"/>
          </a:solidFill>
          <a:ln>
            <a:noFill/>
          </a:ln>
        </p:spPr>
        <p:txBody>
          <a:bodyPr spcFirstLastPara="1" wrap="square" lIns="194594" tIns="97271" rIns="194594" bIns="97271" anchor="ctr" anchorCtr="0">
            <a:noAutofit/>
          </a:bodyPr>
          <a:lstStyle/>
          <a:p>
            <a:pPr algn="ctr">
              <a:buSzPts val="2400"/>
            </a:pPr>
            <a:r>
              <a:rPr lang="en-US" sz="5108" b="1">
                <a:solidFill>
                  <a:schemeClr val="lt1"/>
                </a:solidFill>
              </a:rPr>
              <a:t>Expermental / Modelling Process Parameters</a:t>
            </a:r>
            <a:endParaRPr/>
          </a:p>
        </p:txBody>
      </p:sp>
      <p:sp>
        <p:nvSpPr>
          <p:cNvPr id="58" name="Google Shape;58;p8"/>
          <p:cNvSpPr/>
          <p:nvPr/>
        </p:nvSpPr>
        <p:spPr>
          <a:xfrm>
            <a:off x="20543894" y="28979817"/>
            <a:ext cx="9731318" cy="1592514"/>
          </a:xfrm>
          <a:prstGeom prst="roundRect">
            <a:avLst>
              <a:gd name="adj" fmla="val 10225"/>
            </a:avLst>
          </a:prstGeom>
          <a:solidFill>
            <a:srgbClr val="231D6B"/>
          </a:solidFill>
          <a:ln>
            <a:noFill/>
          </a:ln>
        </p:spPr>
        <p:txBody>
          <a:bodyPr spcFirstLastPara="1" wrap="square" lIns="194594" tIns="97271" rIns="194594" bIns="97271" anchor="ctr" anchorCtr="0">
            <a:noAutofit/>
          </a:bodyPr>
          <a:lstStyle/>
          <a:p>
            <a:pPr algn="ctr">
              <a:buSzPts val="2400"/>
            </a:pPr>
            <a:r>
              <a:rPr lang="en-US" sz="5108" dirty="0">
                <a:solidFill>
                  <a:schemeClr val="lt1"/>
                </a:solidFill>
              </a:rPr>
              <a:t>References</a:t>
            </a:r>
            <a:endParaRPr dirty="0"/>
          </a:p>
        </p:txBody>
      </p:sp>
      <p:sp>
        <p:nvSpPr>
          <p:cNvPr id="59" name="Google Shape;59;p8"/>
          <p:cNvSpPr txBox="1"/>
          <p:nvPr/>
        </p:nvSpPr>
        <p:spPr>
          <a:xfrm>
            <a:off x="187604" y="7478910"/>
            <a:ext cx="9246668" cy="8243542"/>
          </a:xfrm>
          <a:prstGeom prst="rect">
            <a:avLst/>
          </a:prstGeom>
          <a:noFill/>
          <a:ln>
            <a:noFill/>
          </a:ln>
        </p:spPr>
        <p:txBody>
          <a:bodyPr spcFirstLastPara="1" wrap="square" lIns="0" tIns="0" rIns="0" bIns="0" anchor="t" anchorCtr="0">
            <a:noAutofit/>
          </a:bodyPr>
          <a:lstStyle/>
          <a:p>
            <a:pPr marR="10813" algn="just">
              <a:buSzPts val="1800"/>
            </a:pPr>
            <a:r>
              <a:rPr lang="en-US" sz="3831" dirty="0"/>
              <a:t>Women safety is a major social concern, especially in situations where victims are unable to react due to fear, stress, or physical constraints. Women often cannot manually activate safety apps during panic or physical restraint. This work proposes a wearable embedded device that automatically detects abnormal stress and unsafe situations and sends emergency alerts without user interaction.  .</a:t>
            </a:r>
            <a:endParaRPr sz="3831" dirty="0">
              <a:solidFill>
                <a:schemeClr val="dk1"/>
              </a:solidFill>
            </a:endParaRPr>
          </a:p>
        </p:txBody>
      </p:sp>
      <p:sp>
        <p:nvSpPr>
          <p:cNvPr id="60" name="Google Shape;60;p8"/>
          <p:cNvSpPr txBox="1"/>
          <p:nvPr/>
        </p:nvSpPr>
        <p:spPr>
          <a:xfrm>
            <a:off x="216645" y="22872686"/>
            <a:ext cx="9246668" cy="6294581"/>
          </a:xfrm>
          <a:prstGeom prst="rect">
            <a:avLst/>
          </a:prstGeom>
          <a:noFill/>
          <a:ln>
            <a:noFill/>
          </a:ln>
        </p:spPr>
        <p:txBody>
          <a:bodyPr spcFirstLastPara="1" wrap="square" lIns="0" tIns="0" rIns="0" bIns="0" anchor="t" anchorCtr="0">
            <a:noAutofit/>
          </a:bodyPr>
          <a:lstStyle/>
          <a:p>
            <a:r>
              <a:rPr lang="en-IN" sz="3831" b="1" dirty="0"/>
              <a:t>Hardware Components Used:</a:t>
            </a:r>
            <a:endParaRPr lang="en-IN" sz="3831" dirty="0"/>
          </a:p>
          <a:p>
            <a:pPr marL="608219" indent="-608219">
              <a:buFont typeface="Arial" panose="020B0604020202020204" pitchFamily="34" charset="0"/>
              <a:buChar char="•"/>
            </a:pPr>
            <a:r>
              <a:rPr lang="en-IN" sz="3831" dirty="0"/>
              <a:t>Arduino UNO (Microcontroller)</a:t>
            </a:r>
          </a:p>
          <a:p>
            <a:pPr marL="608219" indent="-608219">
              <a:buFont typeface="Arial" panose="020B0604020202020204" pitchFamily="34" charset="0"/>
              <a:buChar char="•"/>
            </a:pPr>
            <a:r>
              <a:rPr lang="en-IN" sz="3831" dirty="0"/>
              <a:t>Heart Rate Sensor</a:t>
            </a:r>
          </a:p>
          <a:p>
            <a:pPr marL="608219" indent="-608219">
              <a:buFont typeface="Arial" panose="020B0604020202020204" pitchFamily="34" charset="0"/>
              <a:buChar char="•"/>
            </a:pPr>
            <a:r>
              <a:rPr lang="en-IN" sz="3831" dirty="0"/>
              <a:t>MPU6050 Accelerometer</a:t>
            </a:r>
          </a:p>
          <a:p>
            <a:pPr marL="608219" indent="-608219">
              <a:buFont typeface="Arial" panose="020B0604020202020204" pitchFamily="34" charset="0"/>
              <a:buChar char="•"/>
            </a:pPr>
            <a:r>
              <a:rPr lang="en-IN" sz="3831" dirty="0"/>
              <a:t>GSM Module (SIM800/900)</a:t>
            </a:r>
          </a:p>
          <a:p>
            <a:pPr marL="608219" indent="-608219">
              <a:buFont typeface="Arial" panose="020B0604020202020204" pitchFamily="34" charset="0"/>
              <a:buChar char="•"/>
            </a:pPr>
            <a:r>
              <a:rPr lang="en-IN" sz="3831" dirty="0"/>
              <a:t>GPS Module</a:t>
            </a:r>
          </a:p>
          <a:p>
            <a:pPr marL="608219" indent="-608219">
              <a:buFont typeface="Arial" panose="020B0604020202020204" pitchFamily="34" charset="0"/>
              <a:buChar char="•"/>
            </a:pPr>
            <a:r>
              <a:rPr lang="en-IN" sz="3831" dirty="0"/>
              <a:t>Push Button (User Response)</a:t>
            </a:r>
          </a:p>
          <a:p>
            <a:pPr marL="608219" indent="-608219">
              <a:buFont typeface="Arial" panose="020B0604020202020204" pitchFamily="34" charset="0"/>
              <a:buChar char="•"/>
            </a:pPr>
            <a:r>
              <a:rPr lang="en-IN" sz="3831" dirty="0"/>
              <a:t>Push Button (Emergency Trigger)</a:t>
            </a:r>
          </a:p>
          <a:p>
            <a:pPr marL="608219" indent="-608219">
              <a:buFont typeface="Arial" panose="020B0604020202020204" pitchFamily="34" charset="0"/>
              <a:buChar char="•"/>
            </a:pPr>
            <a:r>
              <a:rPr lang="en-IN" sz="3831" dirty="0"/>
              <a:t>Buzzer</a:t>
            </a:r>
          </a:p>
          <a:p>
            <a:pPr marL="608219" indent="-608219">
              <a:buFont typeface="Arial" panose="020B0604020202020204" pitchFamily="34" charset="0"/>
              <a:buChar char="•"/>
            </a:pPr>
            <a:r>
              <a:rPr lang="en-IN" sz="3831" dirty="0"/>
              <a:t>Power Supply</a:t>
            </a:r>
          </a:p>
          <a:p>
            <a:endParaRPr lang="en-IN" sz="3831" dirty="0"/>
          </a:p>
          <a:p>
            <a:endParaRPr lang="en-US" sz="3831" dirty="0"/>
          </a:p>
        </p:txBody>
      </p:sp>
      <p:sp>
        <p:nvSpPr>
          <p:cNvPr id="61" name="Google Shape;61;p8"/>
          <p:cNvSpPr txBox="1"/>
          <p:nvPr/>
        </p:nvSpPr>
        <p:spPr>
          <a:xfrm>
            <a:off x="20532834" y="13781742"/>
            <a:ext cx="9381400" cy="8942724"/>
          </a:xfrm>
          <a:prstGeom prst="rect">
            <a:avLst/>
          </a:prstGeom>
          <a:noFill/>
          <a:ln>
            <a:noFill/>
          </a:ln>
        </p:spPr>
        <p:txBody>
          <a:bodyPr spcFirstLastPara="1" wrap="square" lIns="0" tIns="0" rIns="0" bIns="0" anchor="t" anchorCtr="0">
            <a:noAutofit/>
          </a:bodyPr>
          <a:lstStyle/>
          <a:p>
            <a:pPr marR="10813" algn="just">
              <a:buSzPts val="1800"/>
            </a:pPr>
            <a:r>
              <a:rPr lang="en-US" sz="3831" dirty="0"/>
              <a:t>The proposed system automatically detects abnormal stress and threat situations using heart rate and motion sensing. Multi-sensor validation and time-based confirmation reduce false alerts, while emergency SMS with live GPS ensures timely assistance. Operating offline via GSM, it offers a reliable and practical women safety solution.</a:t>
            </a:r>
          </a:p>
          <a:p>
            <a:pPr marR="10813" algn="ctr">
              <a:buSzPts val="1800"/>
            </a:pPr>
            <a:endParaRPr lang="en-US" sz="3831" dirty="0">
              <a:solidFill>
                <a:schemeClr val="dk1"/>
              </a:solidFill>
            </a:endParaRPr>
          </a:p>
          <a:p>
            <a:pPr marR="10813" algn="ctr">
              <a:buSzPts val="1800"/>
            </a:pPr>
            <a:endParaRPr lang="en-US" sz="3831" dirty="0">
              <a:solidFill>
                <a:schemeClr val="dk1"/>
              </a:solidFill>
            </a:endParaRPr>
          </a:p>
          <a:p>
            <a:endParaRPr lang="en-US" sz="3831" dirty="0"/>
          </a:p>
          <a:p>
            <a:pPr marL="608219" indent="-608219">
              <a:buFont typeface="Arial" panose="020B0604020202020204" pitchFamily="34" charset="0"/>
              <a:buChar char="•"/>
            </a:pPr>
            <a:r>
              <a:rPr lang="en-US" sz="3831" dirty="0"/>
              <a:t>AI-based personalized stress threshold learning</a:t>
            </a:r>
          </a:p>
          <a:p>
            <a:pPr marL="608219" indent="-608219">
              <a:buFont typeface="Arial" panose="020B0604020202020204" pitchFamily="34" charset="0"/>
              <a:buChar char="•"/>
            </a:pPr>
            <a:r>
              <a:rPr lang="en-US" sz="3831" dirty="0"/>
              <a:t>Mobile application for monitoring and alert management</a:t>
            </a:r>
          </a:p>
          <a:p>
            <a:pPr marL="608219" indent="-608219">
              <a:buFont typeface="Arial" panose="020B0604020202020204" pitchFamily="34" charset="0"/>
              <a:buChar char="•"/>
            </a:pPr>
            <a:r>
              <a:rPr lang="en-US" sz="3831" dirty="0"/>
              <a:t> Miniaturization into pendants or clips</a:t>
            </a:r>
          </a:p>
          <a:p>
            <a:pPr marL="608219" indent="-608219">
              <a:buFont typeface="Arial" panose="020B0604020202020204" pitchFamily="34" charset="0"/>
              <a:buChar char="•"/>
            </a:pPr>
            <a:r>
              <a:rPr lang="en-US" sz="3831" dirty="0"/>
              <a:t>Replacement of GSM with LTE-M or NB-IoT</a:t>
            </a:r>
          </a:p>
          <a:p>
            <a:pPr marL="608219" indent="-608219">
              <a:buFont typeface="Arial" panose="020B0604020202020204" pitchFamily="34" charset="0"/>
              <a:buChar char="•"/>
            </a:pPr>
            <a:r>
              <a:rPr lang="en-US" sz="3831" dirty="0"/>
              <a:t>Integration with campus or public safety networks.</a:t>
            </a:r>
          </a:p>
          <a:p>
            <a:pPr marL="608219" indent="-608219">
              <a:buFont typeface="Arial" panose="020B0604020202020204" pitchFamily="34" charset="0"/>
              <a:buChar char="•"/>
            </a:pPr>
            <a:r>
              <a:rPr lang="en-US" sz="3831" dirty="0"/>
              <a:t>Cloud-based data logging for incident history and analysis</a:t>
            </a:r>
          </a:p>
          <a:p>
            <a:pPr marL="608219" indent="-608219">
              <a:buFont typeface="Arial" panose="020B0604020202020204" pitchFamily="34" charset="0"/>
              <a:buChar char="•"/>
            </a:pPr>
            <a:r>
              <a:rPr lang="en-US" sz="3831" dirty="0"/>
              <a:t>Integration with smartwatches or fitness bands</a:t>
            </a:r>
          </a:p>
          <a:p>
            <a:pPr marL="608219" indent="-608219">
              <a:buFont typeface="Arial" panose="020B0604020202020204" pitchFamily="34" charset="0"/>
              <a:buChar char="•"/>
            </a:pPr>
            <a:r>
              <a:rPr lang="en-US" sz="3831" dirty="0"/>
              <a:t>Integration with emergency helplines.</a:t>
            </a:r>
          </a:p>
          <a:p>
            <a:pPr marL="608219" indent="-608219">
              <a:buFont typeface="Arial" panose="020B0604020202020204" pitchFamily="34" charset="0"/>
              <a:buChar char="•"/>
            </a:pPr>
            <a:endParaRPr lang="en-US" sz="3831" dirty="0"/>
          </a:p>
          <a:p>
            <a:pPr marR="10813" algn="just">
              <a:buSzPts val="1800"/>
            </a:pPr>
            <a:endParaRPr sz="3831" dirty="0">
              <a:solidFill>
                <a:schemeClr val="dk1"/>
              </a:solidFill>
            </a:endParaRPr>
          </a:p>
        </p:txBody>
      </p:sp>
      <p:sp>
        <p:nvSpPr>
          <p:cNvPr id="62" name="Google Shape;62;p8"/>
          <p:cNvSpPr txBox="1"/>
          <p:nvPr/>
        </p:nvSpPr>
        <p:spPr>
          <a:xfrm>
            <a:off x="10271947" y="7129887"/>
            <a:ext cx="9484204" cy="2619283"/>
          </a:xfrm>
          <a:prstGeom prst="rect">
            <a:avLst/>
          </a:prstGeom>
          <a:noFill/>
          <a:ln>
            <a:noFill/>
          </a:ln>
        </p:spPr>
        <p:txBody>
          <a:bodyPr spcFirstLastPara="1" wrap="square" lIns="0" tIns="0" rIns="0" bIns="0" anchor="t" anchorCtr="0">
            <a:noAutofit/>
          </a:bodyPr>
          <a:lstStyle/>
          <a:p>
            <a:pPr marR="10813" algn="just">
              <a:buSzPts val="1800"/>
            </a:pPr>
            <a:r>
              <a:rPr lang="en-US" sz="3831" b="1" dirty="0">
                <a:solidFill>
                  <a:schemeClr val="dk1"/>
                </a:solidFill>
              </a:rPr>
              <a:t>Problem statement</a:t>
            </a:r>
            <a:r>
              <a:rPr lang="en-US" sz="3831" dirty="0">
                <a:solidFill>
                  <a:schemeClr val="dk1"/>
                </a:solidFill>
              </a:rPr>
              <a:t>– </a:t>
            </a:r>
            <a:r>
              <a:rPr lang="en-US" sz="3831" dirty="0"/>
              <a:t>Existing women safety systems rely heavily on manual user actions, making them ineffective when the user is unable to respond during critical situations</a:t>
            </a:r>
            <a:r>
              <a:rPr lang="en-US" sz="3831" dirty="0">
                <a:solidFill>
                  <a:schemeClr val="dk1"/>
                </a:solidFill>
              </a:rPr>
              <a:t>.</a:t>
            </a:r>
            <a:endParaRPr dirty="0">
              <a:solidFill>
                <a:schemeClr val="dk1"/>
              </a:solidFill>
            </a:endParaRPr>
          </a:p>
        </p:txBody>
      </p:sp>
      <p:sp>
        <p:nvSpPr>
          <p:cNvPr id="63" name="Google Shape;63;p8"/>
          <p:cNvSpPr txBox="1"/>
          <p:nvPr/>
        </p:nvSpPr>
        <p:spPr>
          <a:xfrm>
            <a:off x="20495312" y="30777174"/>
            <a:ext cx="9679111" cy="9168707"/>
          </a:xfrm>
          <a:prstGeom prst="rect">
            <a:avLst/>
          </a:prstGeom>
          <a:noFill/>
          <a:ln>
            <a:noFill/>
          </a:ln>
        </p:spPr>
        <p:txBody>
          <a:bodyPr spcFirstLastPara="1" wrap="square" lIns="0" tIns="0" rIns="0" bIns="0" anchor="t" anchorCtr="0">
            <a:noAutofit/>
          </a:bodyPr>
          <a:lstStyle/>
          <a:p>
            <a:pPr marL="729863" marR="10813" indent="-729863">
              <a:buSzPts val="1800"/>
              <a:buFont typeface="+mj-lt"/>
              <a:buAutoNum type="arabicPeriod"/>
            </a:pPr>
            <a:r>
              <a:rPr lang="en-US" sz="2554" dirty="0">
                <a:solidFill>
                  <a:schemeClr val="tx1"/>
                </a:solidFill>
                <a:latin typeface="+mn-lt"/>
              </a:rPr>
              <a:t>D. Chitkara, N. Sachdeva, and Y. D. Vashisht, "Design of a Women Safety Device," </a:t>
            </a:r>
            <a:r>
              <a:rPr lang="en-US" sz="2554" i="1" dirty="0">
                <a:solidFill>
                  <a:schemeClr val="tx1"/>
                </a:solidFill>
                <a:latin typeface="+mn-lt"/>
              </a:rPr>
              <a:t>2017 IEEE International Conference</a:t>
            </a:r>
            <a:r>
              <a:rPr lang="en-US" sz="2554" dirty="0">
                <a:solidFill>
                  <a:schemeClr val="tx1"/>
                </a:solidFill>
                <a:latin typeface="+mn-lt"/>
              </a:rPr>
              <a:t>, IEEE, 2017. </a:t>
            </a:r>
          </a:p>
          <a:p>
            <a:pPr marL="729863" marR="10813" indent="-729863">
              <a:buSzPts val="1800"/>
              <a:buFont typeface="+mj-lt"/>
              <a:buAutoNum type="arabicPeriod"/>
            </a:pPr>
            <a:r>
              <a:rPr lang="en-IN" sz="2554" dirty="0">
                <a:solidFill>
                  <a:schemeClr val="tx1"/>
                </a:solidFill>
                <a:latin typeface="+mn-lt"/>
              </a:rPr>
              <a:t>N. R. Sogi, P. Chatterjee, U. Nethra, and V. Suma, "A Raspberry Pi Based Smart Ring for Women Safety Using IoT," </a:t>
            </a:r>
            <a:r>
              <a:rPr lang="en-IN" sz="2554" i="1" dirty="0">
                <a:solidFill>
                  <a:schemeClr val="tx1"/>
                </a:solidFill>
                <a:latin typeface="+mn-lt"/>
              </a:rPr>
              <a:t>International Conference on Inventive Research in Computing Applications (ICIRCA)</a:t>
            </a:r>
            <a:r>
              <a:rPr lang="en-IN" sz="2554" dirty="0">
                <a:solidFill>
                  <a:schemeClr val="tx1"/>
                </a:solidFill>
                <a:latin typeface="+mn-lt"/>
              </a:rPr>
              <a:t>, Coimbatore, IEEE, 2018, pp. 451-454.</a:t>
            </a:r>
          </a:p>
          <a:p>
            <a:pPr marL="729863" marR="10813" indent="-729863">
              <a:buSzPts val="1800"/>
              <a:buFont typeface="+mj-lt"/>
              <a:buAutoNum type="arabicPeriod"/>
            </a:pPr>
            <a:r>
              <a:rPr lang="en-IN" sz="2554" dirty="0">
                <a:solidFill>
                  <a:schemeClr val="tx1"/>
                </a:solidFill>
                <a:latin typeface="+mn-lt"/>
              </a:rPr>
              <a:t>B. S. Aishwarya, K. M. Bhat, S. Pooja, and B. K. Sindhu, "Automated Alert Generation Ensuring Women Safety Using Heartbeat Detection," </a:t>
            </a:r>
            <a:r>
              <a:rPr lang="en-IN" sz="2554" i="1" dirty="0">
                <a:solidFill>
                  <a:schemeClr val="tx1"/>
                </a:solidFill>
                <a:latin typeface="+mn-lt"/>
              </a:rPr>
              <a:t>2022 International Conference on Inventive Computation Technologies (ICICT)</a:t>
            </a:r>
            <a:r>
              <a:rPr lang="en-IN" sz="2554" dirty="0">
                <a:solidFill>
                  <a:schemeClr val="tx1"/>
                </a:solidFill>
                <a:latin typeface="+mn-lt"/>
              </a:rPr>
              <a:t>, IEEE, 2022, pp. 565-570, DOI: 10.1109/ICICT54344.2022.9774067.</a:t>
            </a:r>
          </a:p>
          <a:p>
            <a:pPr marL="729863" marR="10813" indent="-729863">
              <a:buSzPts val="1800"/>
              <a:buFont typeface="+mj-lt"/>
              <a:buAutoNum type="arabicPeriod"/>
            </a:pPr>
            <a:r>
              <a:rPr lang="en-IN" sz="2554" dirty="0">
                <a:solidFill>
                  <a:schemeClr val="tx1"/>
                </a:solidFill>
                <a:latin typeface="+mn-lt"/>
              </a:rPr>
              <a:t>A. O. Akmandor and N. K. Jha, "Keep the Stress Away with SODA: Stress Detection and Alleviation System," IEEE Transactions on Multi-Scale Computing Systems, vol. 3, IEEE, 2017, pp. 269-282, DOI: 10.1109/TMSCS.2017.2703613.</a:t>
            </a:r>
          </a:p>
          <a:p>
            <a:pPr marL="729863" marR="10813" indent="-729863">
              <a:buSzPts val="1800"/>
              <a:buFont typeface="+mj-lt"/>
              <a:buAutoNum type="arabicPeriod"/>
            </a:pPr>
            <a:r>
              <a:rPr lang="en-IN" sz="2554" dirty="0">
                <a:solidFill>
                  <a:schemeClr val="tx1"/>
                </a:solidFill>
                <a:latin typeface="+mn-lt"/>
              </a:rPr>
              <a:t>T. M. R, Aishwarya, C. K. S, D. M. K, and N. H, "IoT Based Smart Security Gadget for Women's Safety," 1st International Conference on Advances in Information Technology (ICAIT), Chikmagalur, IEEE, 2019, pp. 348-352.</a:t>
            </a:r>
            <a:endParaRPr sz="2554" dirty="0">
              <a:solidFill>
                <a:schemeClr val="tx1"/>
              </a:solidFill>
              <a:latin typeface="+mn-lt"/>
            </a:endParaRPr>
          </a:p>
        </p:txBody>
      </p:sp>
      <p:sp>
        <p:nvSpPr>
          <p:cNvPr id="64" name="Google Shape;64;p8"/>
          <p:cNvSpPr txBox="1"/>
          <p:nvPr/>
        </p:nvSpPr>
        <p:spPr>
          <a:xfrm>
            <a:off x="10222245" y="10541334"/>
            <a:ext cx="9246668" cy="8119010"/>
          </a:xfrm>
          <a:prstGeom prst="rect">
            <a:avLst/>
          </a:prstGeom>
          <a:noFill/>
          <a:ln>
            <a:noFill/>
          </a:ln>
        </p:spPr>
        <p:txBody>
          <a:bodyPr spcFirstLastPara="1" wrap="square" lIns="0" tIns="0" rIns="0" bIns="0" anchor="t" anchorCtr="0">
            <a:noAutofit/>
          </a:bodyPr>
          <a:lstStyle/>
          <a:p>
            <a:pPr marR="10813" algn="just">
              <a:buSzPts val="1800"/>
            </a:pPr>
            <a:r>
              <a:rPr lang="en-US" sz="3831" b="1" dirty="0">
                <a:solidFill>
                  <a:schemeClr val="dk1"/>
                </a:solidFill>
              </a:rPr>
              <a:t>Objective : </a:t>
            </a:r>
            <a:endParaRPr sz="6343" dirty="0"/>
          </a:p>
          <a:p>
            <a:pPr marL="608219" marR="10813" indent="-608219">
              <a:buSzPts val="1800"/>
              <a:buFont typeface="Wingdings" panose="05000000000000000000" pitchFamily="2" charset="2"/>
              <a:buChar char="Ø"/>
            </a:pPr>
            <a:r>
              <a:rPr lang="en-US" sz="3831" dirty="0">
                <a:solidFill>
                  <a:schemeClr val="dk1"/>
                </a:solidFill>
              </a:rPr>
              <a:t>To design a wearable embedded system </a:t>
            </a:r>
            <a:r>
              <a:rPr lang="en-US" sz="3831" dirty="0"/>
              <a:t>for automatic women safety alerts</a:t>
            </a:r>
            <a:r>
              <a:rPr lang="en-US" sz="3831" dirty="0">
                <a:solidFill>
                  <a:schemeClr val="dk1"/>
                </a:solidFill>
              </a:rPr>
              <a:t> .</a:t>
            </a:r>
            <a:endParaRPr sz="3831" dirty="0"/>
          </a:p>
          <a:p>
            <a:pPr marL="608219" marR="10813" indent="-608219">
              <a:buSzPts val="1800"/>
              <a:buFont typeface="Wingdings" panose="05000000000000000000" pitchFamily="2" charset="2"/>
              <a:buChar char="Ø"/>
            </a:pPr>
            <a:r>
              <a:rPr lang="en-US" sz="3831" dirty="0">
                <a:solidFill>
                  <a:schemeClr val="dk1"/>
                </a:solidFill>
              </a:rPr>
              <a:t>Integrate </a:t>
            </a:r>
            <a:r>
              <a:rPr lang="en-US" sz="3831" dirty="0"/>
              <a:t>To detect abnormal physiological stress and motion patterns</a:t>
            </a:r>
            <a:endParaRPr sz="3831" dirty="0"/>
          </a:p>
          <a:p>
            <a:pPr marL="608219" marR="10813" indent="-608219">
              <a:buSzPts val="1800"/>
              <a:buFont typeface="Wingdings" panose="05000000000000000000" pitchFamily="2" charset="2"/>
              <a:buChar char="Ø"/>
            </a:pPr>
            <a:r>
              <a:rPr lang="en-US" sz="3831" dirty="0"/>
              <a:t>To reduce false alerts using time-based confirmation logic</a:t>
            </a:r>
            <a:endParaRPr lang="en-IN" sz="3831" dirty="0"/>
          </a:p>
          <a:p>
            <a:pPr marL="608219" marR="10813" indent="-608219">
              <a:buSzPts val="1800"/>
              <a:buFont typeface="Wingdings" panose="05000000000000000000" pitchFamily="2" charset="2"/>
              <a:buChar char="Ø"/>
            </a:pPr>
            <a:r>
              <a:rPr lang="en-US" sz="3831" dirty="0"/>
              <a:t>To send emergency alerts with live location without internet dependency</a:t>
            </a:r>
            <a:endParaRPr lang="en-IN" sz="3831" dirty="0"/>
          </a:p>
          <a:p>
            <a:pPr marR="10813" algn="just">
              <a:buSzPts val="1800"/>
            </a:pPr>
            <a:endParaRPr sz="3831" dirty="0">
              <a:solidFill>
                <a:schemeClr val="dk1"/>
              </a:solidFill>
            </a:endParaRPr>
          </a:p>
          <a:p>
            <a:pPr marR="10813" algn="just">
              <a:buSzPts val="1800"/>
            </a:pPr>
            <a:endParaRPr sz="3831" dirty="0">
              <a:solidFill>
                <a:schemeClr val="dk1"/>
              </a:solidFill>
            </a:endParaRPr>
          </a:p>
        </p:txBody>
      </p:sp>
      <p:sp>
        <p:nvSpPr>
          <p:cNvPr id="66" name="Google Shape;66;p8"/>
          <p:cNvSpPr/>
          <p:nvPr/>
        </p:nvSpPr>
        <p:spPr>
          <a:xfrm>
            <a:off x="20593330" y="5309245"/>
            <a:ext cx="9731318" cy="1592514"/>
          </a:xfrm>
          <a:prstGeom prst="roundRect">
            <a:avLst>
              <a:gd name="adj" fmla="val 16667"/>
            </a:avLst>
          </a:prstGeom>
          <a:solidFill>
            <a:srgbClr val="231D6B"/>
          </a:solidFill>
          <a:ln>
            <a:noFill/>
          </a:ln>
        </p:spPr>
        <p:txBody>
          <a:bodyPr spcFirstLastPara="1" wrap="square" lIns="194594" tIns="97271" rIns="194594" bIns="97271" anchor="ctr" anchorCtr="0">
            <a:noAutofit/>
          </a:bodyPr>
          <a:lstStyle/>
          <a:p>
            <a:pPr algn="ctr">
              <a:buSzPts val="2400"/>
            </a:pPr>
            <a:r>
              <a:rPr lang="en-US" sz="5108">
                <a:solidFill>
                  <a:schemeClr val="lt1"/>
                </a:solidFill>
              </a:rPr>
              <a:t>Results</a:t>
            </a:r>
            <a:endParaRPr/>
          </a:p>
        </p:txBody>
      </p:sp>
      <p:sp>
        <p:nvSpPr>
          <p:cNvPr id="67" name="Google Shape;67;p8"/>
          <p:cNvSpPr txBox="1"/>
          <p:nvPr/>
        </p:nvSpPr>
        <p:spPr>
          <a:xfrm>
            <a:off x="20829883" y="7123261"/>
            <a:ext cx="9396724" cy="5681711"/>
          </a:xfrm>
          <a:prstGeom prst="rect">
            <a:avLst/>
          </a:prstGeom>
          <a:noFill/>
          <a:ln>
            <a:noFill/>
          </a:ln>
        </p:spPr>
        <p:txBody>
          <a:bodyPr spcFirstLastPara="1" wrap="square" lIns="0" tIns="0" rIns="0" bIns="0" anchor="t" anchorCtr="0">
            <a:noAutofit/>
          </a:bodyPr>
          <a:lstStyle/>
          <a:p>
            <a:pPr marL="608219" indent="-608219">
              <a:buFont typeface="Arial" panose="020B0604020202020204" pitchFamily="34" charset="0"/>
              <a:buChar char="•"/>
            </a:pPr>
            <a:r>
              <a:rPr lang="en-US" sz="3831" dirty="0"/>
              <a:t>Threat conditions correctly detected in simulation using multi-sensor logic</a:t>
            </a:r>
          </a:p>
          <a:p>
            <a:pPr marL="608219" indent="-608219">
              <a:buFont typeface="Arial" panose="020B0604020202020204" pitchFamily="34" charset="0"/>
              <a:buChar char="•"/>
            </a:pPr>
            <a:r>
              <a:rPr lang="en-US" sz="3831" dirty="0"/>
              <a:t>Time confirmation reduced false alert triggering</a:t>
            </a:r>
          </a:p>
          <a:p>
            <a:pPr marL="608219" indent="-608219">
              <a:buFont typeface="Arial" panose="020B0604020202020204" pitchFamily="34" charset="0"/>
              <a:buChar char="•"/>
            </a:pPr>
            <a:r>
              <a:rPr lang="en-US" sz="3831" dirty="0"/>
              <a:t>Alert activation logic verified for real-time implementation</a:t>
            </a:r>
          </a:p>
          <a:p>
            <a:pPr marL="608219" indent="-608219">
              <a:buFont typeface="Arial" panose="020B0604020202020204" pitchFamily="34" charset="0"/>
              <a:buChar char="•"/>
            </a:pPr>
            <a:r>
              <a:rPr lang="en-US" sz="3831" dirty="0"/>
              <a:t>Hardware modules to be implemented in prototype</a:t>
            </a:r>
          </a:p>
        </p:txBody>
      </p:sp>
      <p:sp>
        <p:nvSpPr>
          <p:cNvPr id="70" name="Google Shape;70;p8"/>
          <p:cNvSpPr txBox="1"/>
          <p:nvPr/>
        </p:nvSpPr>
        <p:spPr>
          <a:xfrm>
            <a:off x="10313486" y="33834100"/>
            <a:ext cx="9892396" cy="5502125"/>
          </a:xfrm>
          <a:prstGeom prst="rect">
            <a:avLst/>
          </a:prstGeom>
          <a:noFill/>
          <a:ln>
            <a:noFill/>
          </a:ln>
        </p:spPr>
        <p:txBody>
          <a:bodyPr spcFirstLastPara="1" wrap="square" lIns="194594" tIns="97271" rIns="194594" bIns="97271" anchor="t" anchorCtr="0">
            <a:spAutoFit/>
          </a:bodyPr>
          <a:lstStyle/>
          <a:p>
            <a:pPr marL="608219" indent="-608219">
              <a:buSzPts val="1800"/>
              <a:buFont typeface="Arial"/>
              <a:buChar char="•"/>
            </a:pPr>
            <a:r>
              <a:rPr lang="en-US" sz="3831" dirty="0"/>
              <a:t>The system continuously monitors heart rate , body movement and using embedded sensors.</a:t>
            </a:r>
            <a:endParaRPr sz="6343" dirty="0"/>
          </a:p>
          <a:p>
            <a:pPr marL="608219" indent="-608219">
              <a:buSzPts val="1800"/>
              <a:buFont typeface="Arial"/>
              <a:buChar char="•"/>
            </a:pPr>
            <a:r>
              <a:rPr lang="en-US" sz="3831" dirty="0"/>
              <a:t>Abnormal conditions are identified using threshold-based logic and time-based confirmation.</a:t>
            </a:r>
          </a:p>
          <a:p>
            <a:pPr marL="608219" indent="-608219">
              <a:buSzPts val="1800"/>
              <a:buFont typeface="Arial"/>
              <a:buChar char="•"/>
            </a:pPr>
            <a:r>
              <a:rPr lang="en-US" sz="3831" dirty="0"/>
              <a:t>Upon confirmation, emergency alerts with GPS location and local buzzer activation are triggered.</a:t>
            </a:r>
            <a:endParaRPr sz="6343" dirty="0"/>
          </a:p>
        </p:txBody>
      </p:sp>
      <p:sp>
        <p:nvSpPr>
          <p:cNvPr id="71" name="Google Shape;71;p8"/>
          <p:cNvSpPr txBox="1"/>
          <p:nvPr/>
        </p:nvSpPr>
        <p:spPr>
          <a:xfrm>
            <a:off x="10508847" y="19661626"/>
            <a:ext cx="9246459" cy="2548304"/>
          </a:xfrm>
          <a:prstGeom prst="rect">
            <a:avLst/>
          </a:prstGeom>
          <a:noFill/>
          <a:ln>
            <a:noFill/>
          </a:ln>
        </p:spPr>
        <p:txBody>
          <a:bodyPr spcFirstLastPara="1" wrap="square" lIns="194594" tIns="97271" rIns="194594" bIns="97271" anchor="t" anchorCtr="0">
            <a:spAutoFit/>
          </a:bodyPr>
          <a:lstStyle/>
          <a:p>
            <a:pPr lvl="0">
              <a:buSzPts val="1400"/>
            </a:pPr>
            <a:endParaRPr sz="6343" dirty="0"/>
          </a:p>
          <a:p>
            <a:endParaRPr b="1" dirty="0"/>
          </a:p>
          <a:p>
            <a:endParaRPr b="1" dirty="0"/>
          </a:p>
          <a:p>
            <a:endParaRPr dirty="0"/>
          </a:p>
        </p:txBody>
      </p:sp>
      <p:sp>
        <p:nvSpPr>
          <p:cNvPr id="72" name="Google Shape;72;p8"/>
          <p:cNvSpPr/>
          <p:nvPr/>
        </p:nvSpPr>
        <p:spPr>
          <a:xfrm>
            <a:off x="11288329" y="24745670"/>
            <a:ext cx="1946264" cy="1946264"/>
          </a:xfrm>
          <a:prstGeom prst="rect">
            <a:avLst/>
          </a:prstGeom>
          <a:noFill/>
          <a:ln>
            <a:noFill/>
          </a:ln>
        </p:spPr>
        <p:txBody>
          <a:bodyPr spcFirstLastPara="1" wrap="square" lIns="194594" tIns="97271" rIns="194594" bIns="97271" anchor="ctr" anchorCtr="0">
            <a:noAutofit/>
          </a:bodyPr>
          <a:lstStyle/>
          <a:p>
            <a:pPr algn="ctr"/>
            <a:endParaRPr>
              <a:solidFill>
                <a:schemeClr val="lt1"/>
              </a:solidFill>
            </a:endParaRPr>
          </a:p>
        </p:txBody>
      </p:sp>
      <p:sp>
        <p:nvSpPr>
          <p:cNvPr id="73" name="Google Shape;73;p8"/>
          <p:cNvSpPr/>
          <p:nvPr/>
        </p:nvSpPr>
        <p:spPr>
          <a:xfrm>
            <a:off x="11526205" y="24745670"/>
            <a:ext cx="1946264" cy="1946264"/>
          </a:xfrm>
          <a:prstGeom prst="rect">
            <a:avLst/>
          </a:prstGeom>
          <a:noFill/>
          <a:ln>
            <a:noFill/>
          </a:ln>
        </p:spPr>
        <p:txBody>
          <a:bodyPr spcFirstLastPara="1" wrap="square" lIns="194594" tIns="97271" rIns="194594" bIns="97271" anchor="ctr" anchorCtr="0">
            <a:noAutofit/>
          </a:bodyPr>
          <a:lstStyle/>
          <a:p>
            <a:pPr algn="ctr"/>
            <a:endParaRPr>
              <a:solidFill>
                <a:schemeClr val="lt1"/>
              </a:solidFill>
            </a:endParaRPr>
          </a:p>
        </p:txBody>
      </p:sp>
      <p:sp>
        <p:nvSpPr>
          <p:cNvPr id="78" name="Google Shape;78;p8"/>
          <p:cNvSpPr/>
          <p:nvPr/>
        </p:nvSpPr>
        <p:spPr>
          <a:xfrm>
            <a:off x="-19213115" y="21401881"/>
            <a:ext cx="1946264" cy="1946264"/>
          </a:xfrm>
          <a:prstGeom prst="rect">
            <a:avLst/>
          </a:prstGeom>
          <a:noFill/>
          <a:ln>
            <a:noFill/>
          </a:ln>
        </p:spPr>
        <p:txBody>
          <a:bodyPr spcFirstLastPara="1" wrap="square" lIns="194594" tIns="97271" rIns="194594" bIns="97271" anchor="ctr" anchorCtr="0">
            <a:noAutofit/>
          </a:bodyPr>
          <a:lstStyle/>
          <a:p>
            <a:pPr algn="ctr"/>
            <a:endParaRPr>
              <a:solidFill>
                <a:schemeClr val="lt1"/>
              </a:solidFill>
            </a:endParaRPr>
          </a:p>
        </p:txBody>
      </p:sp>
      <p:pic>
        <p:nvPicPr>
          <p:cNvPr id="79" name="Google Shape;79;p8" title="Screenshot 2026-01-05 164200.png"/>
          <p:cNvPicPr preferRelativeResize="0"/>
          <p:nvPr/>
        </p:nvPicPr>
        <p:blipFill rotWithShape="1">
          <a:blip r:embed="rId3">
            <a:alphaModFix/>
          </a:blip>
          <a:srcRect r="7578"/>
          <a:stretch/>
        </p:blipFill>
        <p:spPr>
          <a:xfrm>
            <a:off x="-1" y="6496"/>
            <a:ext cx="30275213" cy="5057008"/>
          </a:xfrm>
          <a:prstGeom prst="rect">
            <a:avLst/>
          </a:prstGeom>
          <a:noFill/>
          <a:ln>
            <a:noFill/>
          </a:ln>
        </p:spPr>
      </p:pic>
      <p:sp>
        <p:nvSpPr>
          <p:cNvPr id="80" name="Google Shape;80;p8"/>
          <p:cNvSpPr txBox="1"/>
          <p:nvPr/>
        </p:nvSpPr>
        <p:spPr>
          <a:xfrm>
            <a:off x="393119" y="-219723"/>
            <a:ext cx="20436764" cy="3546399"/>
          </a:xfrm>
          <a:prstGeom prst="rect">
            <a:avLst/>
          </a:prstGeom>
          <a:noFill/>
          <a:ln>
            <a:noFill/>
          </a:ln>
        </p:spPr>
        <p:txBody>
          <a:bodyPr spcFirstLastPara="1" wrap="square" lIns="0" tIns="0" rIns="0" bIns="0" anchor="t" anchorCtr="0">
            <a:noAutofit/>
          </a:bodyPr>
          <a:lstStyle/>
          <a:p>
            <a:pPr marR="10813" algn="ctr">
              <a:buSzPts val="5400"/>
            </a:pPr>
            <a:r>
              <a:rPr lang="en-US" sz="11494" b="1" dirty="0">
                <a:solidFill>
                  <a:srgbClr val="FFFFFF"/>
                </a:solidFill>
              </a:rPr>
              <a:t>AUTO</a:t>
            </a:r>
            <a:r>
              <a:rPr lang="en-US" sz="6811" b="1" dirty="0">
                <a:solidFill>
                  <a:srgbClr val="FFFFFF"/>
                </a:solidFill>
              </a:rPr>
              <a:t>WN</a:t>
            </a:r>
            <a:r>
              <a:rPr lang="en-US" sz="9365" b="1" dirty="0">
                <a:solidFill>
                  <a:srgbClr val="FFFFFF"/>
                </a:solidFill>
              </a:rPr>
              <a:t>’25</a:t>
            </a:r>
            <a:endParaRPr dirty="0"/>
          </a:p>
          <a:p>
            <a:pPr marR="10813">
              <a:spcBef>
                <a:spcPts val="2554"/>
              </a:spcBef>
              <a:buSzPts val="1400"/>
            </a:pPr>
            <a:r>
              <a:rPr lang="en-US" b="1" dirty="0">
                <a:solidFill>
                  <a:srgbClr val="FFFFFF"/>
                </a:solidFill>
              </a:rPr>
              <a:t>Poster Presentation Title:  </a:t>
            </a:r>
            <a:r>
              <a:rPr lang="en-US" sz="4800" dirty="0">
                <a:solidFill>
                  <a:schemeClr val="bg1"/>
                </a:solidFill>
              </a:rPr>
              <a:t>Physiological Stress–Based Automatic Women Safety        Alert System</a:t>
            </a:r>
            <a:endParaRPr sz="4800" b="1" dirty="0">
              <a:solidFill>
                <a:schemeClr val="bg1"/>
              </a:solidFill>
            </a:endParaRPr>
          </a:p>
          <a:p>
            <a:pPr marR="10813">
              <a:spcBef>
                <a:spcPts val="2554"/>
              </a:spcBef>
              <a:buSzPts val="1400"/>
            </a:pPr>
            <a:r>
              <a:rPr lang="en-US" b="1" dirty="0">
                <a:solidFill>
                  <a:srgbClr val="FFFFFF"/>
                </a:solidFill>
              </a:rPr>
              <a:t>Student/Team Name : </a:t>
            </a:r>
            <a:r>
              <a:rPr lang="en-US" dirty="0">
                <a:solidFill>
                  <a:srgbClr val="FFFFFF"/>
                </a:solidFill>
              </a:rPr>
              <a:t>S. Brahmini Chowdary | Bhamitha Rao | B. Nani Manideep Kumar</a:t>
            </a:r>
            <a:endParaRPr sz="6343" dirty="0"/>
          </a:p>
          <a:p>
            <a:pPr marR="10813">
              <a:spcBef>
                <a:spcPts val="2554"/>
              </a:spcBef>
              <a:buSzPts val="1400"/>
            </a:pPr>
            <a:r>
              <a:rPr lang="en-US" b="1" dirty="0">
                <a:solidFill>
                  <a:srgbClr val="FFFFFF"/>
                </a:solidFill>
              </a:rPr>
              <a:t>College Name:  KLH BACHUPALLY</a:t>
            </a:r>
            <a:endParaRPr dirty="0"/>
          </a:p>
        </p:txBody>
      </p:sp>
      <p:pic>
        <p:nvPicPr>
          <p:cNvPr id="81" name="Google Shape;81;p8" title="Screenshot 2026-01-05 165206.png"/>
          <p:cNvPicPr preferRelativeResize="0"/>
          <p:nvPr/>
        </p:nvPicPr>
        <p:blipFill>
          <a:blip r:embed="rId4">
            <a:alphaModFix/>
          </a:blip>
          <a:stretch>
            <a:fillRect/>
          </a:stretch>
        </p:blipFill>
        <p:spPr>
          <a:xfrm>
            <a:off x="20495313" y="289502"/>
            <a:ext cx="8851415" cy="4490997"/>
          </a:xfrm>
          <a:prstGeom prst="rect">
            <a:avLst/>
          </a:prstGeom>
          <a:noFill/>
          <a:ln>
            <a:noFill/>
          </a:ln>
        </p:spPr>
      </p:pic>
      <p:sp>
        <p:nvSpPr>
          <p:cNvPr id="6" name="Google Shape;58;p8">
            <a:extLst>
              <a:ext uri="{FF2B5EF4-FFF2-40B4-BE49-F238E27FC236}">
                <a16:creationId xmlns:a16="http://schemas.microsoft.com/office/drawing/2014/main" id="{7195E83E-1C38-A519-1E5E-E8F21706DAF9}"/>
              </a:ext>
            </a:extLst>
          </p:cNvPr>
          <p:cNvSpPr/>
          <p:nvPr/>
        </p:nvSpPr>
        <p:spPr>
          <a:xfrm>
            <a:off x="0" y="28875442"/>
            <a:ext cx="9731318" cy="1592514"/>
          </a:xfrm>
          <a:prstGeom prst="roundRect">
            <a:avLst>
              <a:gd name="adj" fmla="val 10225"/>
            </a:avLst>
          </a:prstGeom>
          <a:solidFill>
            <a:srgbClr val="231D6B"/>
          </a:solidFill>
          <a:ln>
            <a:noFill/>
          </a:ln>
        </p:spPr>
        <p:txBody>
          <a:bodyPr spcFirstLastPara="1" wrap="square" lIns="194594" tIns="97271" rIns="194594" bIns="97271" anchor="ctr" anchorCtr="0">
            <a:noAutofit/>
          </a:bodyPr>
          <a:lstStyle/>
          <a:p>
            <a:pPr algn="ctr">
              <a:buSzPts val="2400"/>
            </a:pPr>
            <a:r>
              <a:rPr lang="en-US" sz="5108" dirty="0">
                <a:solidFill>
                  <a:schemeClr val="lt1"/>
                </a:solidFill>
              </a:rPr>
              <a:t>Methodology</a:t>
            </a:r>
            <a:endParaRPr dirty="0"/>
          </a:p>
        </p:txBody>
      </p:sp>
      <p:sp>
        <p:nvSpPr>
          <p:cNvPr id="5" name="Google Shape;55;p8">
            <a:extLst>
              <a:ext uri="{FF2B5EF4-FFF2-40B4-BE49-F238E27FC236}">
                <a16:creationId xmlns:a16="http://schemas.microsoft.com/office/drawing/2014/main" id="{2F76F3AC-AE9E-DEA5-4D69-D77B8B433C0F}"/>
              </a:ext>
            </a:extLst>
          </p:cNvPr>
          <p:cNvSpPr/>
          <p:nvPr/>
        </p:nvSpPr>
        <p:spPr>
          <a:xfrm>
            <a:off x="20495289" y="19084456"/>
            <a:ext cx="9731318" cy="1592514"/>
          </a:xfrm>
          <a:prstGeom prst="roundRect">
            <a:avLst>
              <a:gd name="adj" fmla="val 16667"/>
            </a:avLst>
          </a:prstGeom>
          <a:solidFill>
            <a:srgbClr val="231D6B"/>
          </a:solidFill>
          <a:ln>
            <a:noFill/>
          </a:ln>
        </p:spPr>
        <p:txBody>
          <a:bodyPr spcFirstLastPara="1" wrap="square" lIns="194594" tIns="97271" rIns="194594" bIns="97271" anchor="ctr" anchorCtr="0">
            <a:noAutofit/>
          </a:bodyPr>
          <a:lstStyle/>
          <a:p>
            <a:pPr algn="ctr">
              <a:buSzPts val="2400"/>
            </a:pPr>
            <a:r>
              <a:rPr lang="en-IN" sz="5108" dirty="0">
                <a:solidFill>
                  <a:schemeClr val="bg1"/>
                </a:solidFill>
              </a:rPr>
              <a:t>Future Scope</a:t>
            </a:r>
            <a:endParaRPr sz="5108" dirty="0">
              <a:solidFill>
                <a:schemeClr val="bg1"/>
              </a:solidFill>
            </a:endParaRPr>
          </a:p>
        </p:txBody>
      </p:sp>
      <p:sp>
        <p:nvSpPr>
          <p:cNvPr id="10" name="Rectangle 3">
            <a:extLst>
              <a:ext uri="{FF2B5EF4-FFF2-40B4-BE49-F238E27FC236}">
                <a16:creationId xmlns:a16="http://schemas.microsoft.com/office/drawing/2014/main" id="{3019EB05-0402-DA2C-5AEE-1DBCC5A95A3E}"/>
              </a:ext>
            </a:extLst>
          </p:cNvPr>
          <p:cNvSpPr>
            <a:spLocks noChangeArrowheads="1"/>
          </p:cNvSpPr>
          <p:nvPr/>
        </p:nvSpPr>
        <p:spPr bwMode="auto">
          <a:xfrm>
            <a:off x="1" y="-386525"/>
            <a:ext cx="393118" cy="786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94626" tIns="97313" rIns="194626" bIns="97313" numCol="1" anchor="ctr" anchorCtr="0" compatLnSpc="1">
            <a:prstTxWarp prst="textNoShape">
              <a:avLst/>
            </a:prstTxWarp>
            <a:spAutoFit/>
          </a:bodyPr>
          <a:lstStyle/>
          <a:p>
            <a:pPr defTabSz="1946300" eaLnBrk="0" fontAlgn="base" hangingPunct="0">
              <a:spcBef>
                <a:spcPct val="0"/>
              </a:spcBef>
              <a:spcAft>
                <a:spcPct val="0"/>
              </a:spcAft>
              <a:buClrTx/>
            </a:pPr>
            <a:endParaRPr lang="en-US" altLang="en-US" sz="3831" dirty="0">
              <a:solidFill>
                <a:schemeClr val="tx1"/>
              </a:solidFill>
              <a:latin typeface="Arial" panose="020B0604020202020204" pitchFamily="34" charset="0"/>
            </a:endParaRPr>
          </a:p>
        </p:txBody>
      </p:sp>
      <p:sp>
        <p:nvSpPr>
          <p:cNvPr id="4" name="TextBox 3">
            <a:extLst>
              <a:ext uri="{FF2B5EF4-FFF2-40B4-BE49-F238E27FC236}">
                <a16:creationId xmlns:a16="http://schemas.microsoft.com/office/drawing/2014/main" id="{CFE5482A-4458-DA33-EF95-0178392EE3C6}"/>
              </a:ext>
            </a:extLst>
          </p:cNvPr>
          <p:cNvSpPr txBox="1"/>
          <p:nvPr/>
        </p:nvSpPr>
        <p:spPr>
          <a:xfrm>
            <a:off x="10068211" y="19503550"/>
            <a:ext cx="9731318" cy="7756098"/>
          </a:xfrm>
          <a:prstGeom prst="rect">
            <a:avLst/>
          </a:prstGeom>
          <a:noFill/>
        </p:spPr>
        <p:txBody>
          <a:bodyPr wrap="square">
            <a:spAutoFit/>
          </a:bodyPr>
          <a:lstStyle/>
          <a:p>
            <a:pPr marL="608219" indent="-608219">
              <a:buFont typeface="Arial" panose="020B0604020202020204" pitchFamily="34" charset="0"/>
              <a:buChar char="•"/>
            </a:pPr>
            <a:r>
              <a:rPr lang="en-IN" sz="3831" dirty="0"/>
              <a:t>Fear and panic activate the sympathetic nervous system, causing sudden heart-rate elevation.</a:t>
            </a:r>
          </a:p>
          <a:p>
            <a:pPr marL="608219" indent="-608219">
              <a:buFont typeface="Arial" panose="020B0604020202020204" pitchFamily="34" charset="0"/>
              <a:buChar char="•"/>
            </a:pPr>
            <a:r>
              <a:rPr lang="en-IN" sz="3831" dirty="0"/>
              <a:t>Threat situations also produce abnormal motion patterns (jerk, struggle, fall).</a:t>
            </a:r>
          </a:p>
          <a:p>
            <a:pPr marL="608219" indent="-608219">
              <a:buFont typeface="Arial" panose="020B0604020202020204" pitchFamily="34" charset="0"/>
              <a:buChar char="•"/>
            </a:pPr>
            <a:r>
              <a:rPr lang="en-IN" sz="3831" dirty="0"/>
              <a:t>A single parameter may create false alerts, so multi-sensor validation is used.</a:t>
            </a:r>
          </a:p>
          <a:p>
            <a:pPr marL="608219" indent="-608219">
              <a:buFont typeface="Arial" panose="020B0604020202020204" pitchFamily="34" charset="0"/>
              <a:buChar char="•"/>
            </a:pPr>
            <a:r>
              <a:rPr lang="en-IN" sz="3831" dirty="0"/>
              <a:t>Time-based confirmation ensures the abnormal condition is sustained before triggering alert.</a:t>
            </a:r>
          </a:p>
          <a:p>
            <a:pPr marL="608219" indent="-608219">
              <a:buFont typeface="Arial" panose="020B0604020202020204" pitchFamily="34" charset="0"/>
              <a:buChar char="•"/>
            </a:pPr>
            <a:r>
              <a:rPr lang="en-IN" sz="3831" dirty="0"/>
              <a:t>Combined physiological and motion analysis improves reliability of danger detection.</a:t>
            </a:r>
          </a:p>
        </p:txBody>
      </p:sp>
      <p:pic>
        <p:nvPicPr>
          <p:cNvPr id="11" name="Picture 10">
            <a:extLst>
              <a:ext uri="{FF2B5EF4-FFF2-40B4-BE49-F238E27FC236}">
                <a16:creationId xmlns:a16="http://schemas.microsoft.com/office/drawing/2014/main" id="{7DA1598A-C040-4DCD-9203-3B7BE9932251}"/>
              </a:ext>
            </a:extLst>
          </p:cNvPr>
          <p:cNvPicPr>
            <a:picLocks noChangeAspect="1"/>
          </p:cNvPicPr>
          <p:nvPr/>
        </p:nvPicPr>
        <p:blipFill>
          <a:blip r:embed="rId5"/>
          <a:stretch>
            <a:fillRect/>
          </a:stretch>
        </p:blipFill>
        <p:spPr>
          <a:xfrm>
            <a:off x="100789" y="30902995"/>
            <a:ext cx="9333484" cy="8433777"/>
          </a:xfrm>
          <a:prstGeom prst="rect">
            <a:avLst/>
          </a:prstGeom>
        </p:spPr>
      </p:pic>
      <p:pic>
        <p:nvPicPr>
          <p:cNvPr id="7" name="Picture 6">
            <a:extLst>
              <a:ext uri="{FF2B5EF4-FFF2-40B4-BE49-F238E27FC236}">
                <a16:creationId xmlns:a16="http://schemas.microsoft.com/office/drawing/2014/main" id="{23F449B8-7E9F-EB22-5C91-0B0C1E8FB493}"/>
              </a:ext>
            </a:extLst>
          </p:cNvPr>
          <p:cNvPicPr>
            <a:picLocks noChangeAspect="1"/>
          </p:cNvPicPr>
          <p:nvPr/>
        </p:nvPicPr>
        <p:blipFill>
          <a:blip r:embed="rId6"/>
          <a:stretch>
            <a:fillRect/>
          </a:stretch>
        </p:blipFill>
        <p:spPr>
          <a:xfrm>
            <a:off x="-826" y="13498736"/>
            <a:ext cx="9935833" cy="7407911"/>
          </a:xfrm>
          <a:prstGeom prst="rect">
            <a:avLst/>
          </a:prstGeom>
        </p:spPr>
      </p:pic>
      <mc:AlternateContent xmlns:mc="http://schemas.openxmlformats.org/markup-compatibility/2006">
        <mc:Choice xmlns:p14="http://schemas.microsoft.com/office/powerpoint/2010/main" Requires="p14">
          <p:contentPart p14:bwMode="auto" r:id="rId7">
            <p14:nvContentPartPr>
              <p14:cNvPr id="12" name="Ink 11">
                <a:extLst>
                  <a:ext uri="{FF2B5EF4-FFF2-40B4-BE49-F238E27FC236}">
                    <a16:creationId xmlns:a16="http://schemas.microsoft.com/office/drawing/2014/main" id="{BC3F0214-FF68-60F3-55C8-9C6DEEB50834}"/>
                  </a:ext>
                </a:extLst>
              </p14:cNvPr>
              <p14:cNvContentPartPr/>
              <p14:nvPr/>
            </p14:nvContentPartPr>
            <p14:xfrm>
              <a:off x="17503091" y="26204668"/>
              <a:ext cx="200756" cy="186964"/>
            </p14:xfrm>
          </p:contentPart>
        </mc:Choice>
        <mc:Fallback>
          <p:pic>
            <p:nvPicPr>
              <p:cNvPr id="12" name="Ink 11">
                <a:extLst>
                  <a:ext uri="{FF2B5EF4-FFF2-40B4-BE49-F238E27FC236}">
                    <a16:creationId xmlns:a16="http://schemas.microsoft.com/office/drawing/2014/main" id="{BC3F0214-FF68-60F3-55C8-9C6DEEB50834}"/>
                  </a:ext>
                </a:extLst>
              </p:cNvPr>
              <p:cNvPicPr/>
              <p:nvPr/>
            </p:nvPicPr>
            <p:blipFill>
              <a:blip r:embed="rId8"/>
              <a:stretch>
                <a:fillRect/>
              </a:stretch>
            </p:blipFill>
            <p:spPr>
              <a:xfrm>
                <a:off x="17467178" y="26168575"/>
                <a:ext cx="272224" cy="25879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4" name="Ink 13">
                <a:extLst>
                  <a:ext uri="{FF2B5EF4-FFF2-40B4-BE49-F238E27FC236}">
                    <a16:creationId xmlns:a16="http://schemas.microsoft.com/office/drawing/2014/main" id="{8F0BE6E0-51D5-99E0-A655-7C9B16AA90B7}"/>
                  </a:ext>
                </a:extLst>
              </p14:cNvPr>
              <p14:cNvContentPartPr/>
              <p14:nvPr/>
            </p14:nvContentPartPr>
            <p14:xfrm>
              <a:off x="14694035" y="27518012"/>
              <a:ext cx="239835" cy="120301"/>
            </p14:xfrm>
          </p:contentPart>
        </mc:Choice>
        <mc:Fallback>
          <p:pic>
            <p:nvPicPr>
              <p:cNvPr id="14" name="Ink 13">
                <a:extLst>
                  <a:ext uri="{FF2B5EF4-FFF2-40B4-BE49-F238E27FC236}">
                    <a16:creationId xmlns:a16="http://schemas.microsoft.com/office/drawing/2014/main" id="{8F0BE6E0-51D5-99E0-A655-7C9B16AA90B7}"/>
                  </a:ext>
                </a:extLst>
              </p:cNvPr>
              <p:cNvPicPr/>
              <p:nvPr/>
            </p:nvPicPr>
            <p:blipFill>
              <a:blip r:embed="rId10"/>
              <a:stretch>
                <a:fillRect/>
              </a:stretch>
            </p:blipFill>
            <p:spPr>
              <a:xfrm>
                <a:off x="14658078" y="27481886"/>
                <a:ext cx="311390" cy="192193"/>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7" name="Ink 16">
                <a:extLst>
                  <a:ext uri="{FF2B5EF4-FFF2-40B4-BE49-F238E27FC236}">
                    <a16:creationId xmlns:a16="http://schemas.microsoft.com/office/drawing/2014/main" id="{3E0E9530-0B23-883A-28A6-DA37CE72076F}"/>
                  </a:ext>
                </a:extLst>
              </p14:cNvPr>
              <p14:cNvContentPartPr/>
              <p14:nvPr/>
            </p14:nvContentPartPr>
            <p14:xfrm>
              <a:off x="16960536" y="27142937"/>
              <a:ext cx="545567" cy="62832"/>
            </p14:xfrm>
          </p:contentPart>
        </mc:Choice>
        <mc:Fallback>
          <p:pic>
            <p:nvPicPr>
              <p:cNvPr id="17" name="Ink 16">
                <a:extLst>
                  <a:ext uri="{FF2B5EF4-FFF2-40B4-BE49-F238E27FC236}">
                    <a16:creationId xmlns:a16="http://schemas.microsoft.com/office/drawing/2014/main" id="{3E0E9530-0B23-883A-28A6-DA37CE72076F}"/>
                  </a:ext>
                </a:extLst>
              </p:cNvPr>
              <p:cNvPicPr/>
              <p:nvPr/>
            </p:nvPicPr>
            <p:blipFill>
              <a:blip r:embed="rId12"/>
              <a:stretch>
                <a:fillRect/>
              </a:stretch>
            </p:blipFill>
            <p:spPr>
              <a:xfrm>
                <a:off x="16942519" y="27125087"/>
                <a:ext cx="581241" cy="98175"/>
              </a:xfrm>
              <a:prstGeom prst="rect">
                <a:avLst/>
              </a:prstGeom>
            </p:spPr>
          </p:pic>
        </mc:Fallback>
      </mc:AlternateContent>
      <p:pic>
        <p:nvPicPr>
          <p:cNvPr id="20" name="Picture 19">
            <a:extLst>
              <a:ext uri="{FF2B5EF4-FFF2-40B4-BE49-F238E27FC236}">
                <a16:creationId xmlns:a16="http://schemas.microsoft.com/office/drawing/2014/main" id="{184CB50D-466C-4544-ECBF-57129F5DFFDE}"/>
              </a:ext>
            </a:extLst>
          </p:cNvPr>
          <p:cNvPicPr>
            <a:picLocks noChangeAspect="1"/>
          </p:cNvPicPr>
          <p:nvPr/>
        </p:nvPicPr>
        <p:blipFill>
          <a:blip r:embed="rId13"/>
          <a:stretch>
            <a:fillRect/>
          </a:stretch>
        </p:blipFill>
        <p:spPr>
          <a:xfrm>
            <a:off x="11288329" y="27828034"/>
            <a:ext cx="7000419" cy="443439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901</TotalTime>
  <Words>723</Words>
  <Application>Microsoft Office PowerPoint</Application>
  <PresentationFormat>Custom</PresentationFormat>
  <Paragraphs>63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HEMANT GOYAL</dc:creator>
  <cp:lastModifiedBy>brahmini chowdary</cp:lastModifiedBy>
  <cp:revision>7</cp:revision>
  <dcterms:created xsi:type="dcterms:W3CDTF">2024-09-20T09:50:41Z</dcterms:created>
  <dcterms:modified xsi:type="dcterms:W3CDTF">2026-02-12T08:09:06Z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2024-09-20T00:00:00Z</vt:filetime>
  </property>
  <property fmtid="{D5CDD505-2E9C-101B-9397-08002B2CF9AE}" pid="3" name="Creator">
    <vt:lpwstr>Canva</vt:lpwstr>
  </property>
  <property fmtid="{D5CDD505-2E9C-101B-9397-08002B2CF9AE}" pid="4" name="LastSaved">
    <vt:filetime>2024-09-20T00:00:00Z</vt:filetime>
  </property>
  <property fmtid="{D5CDD505-2E9C-101B-9397-08002B2CF9AE}" pid="5" name="Producer">
    <vt:lpwstr>Canva</vt:lpwstr>
  </property>
</Properties>
</file>